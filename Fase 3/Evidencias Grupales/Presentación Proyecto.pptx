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nton" charset="1" panose="00000500000000000000"/>
      <p:regular r:id="rId25"/>
    </p:embeddedFont>
    <p:embeddedFont>
      <p:font typeface="Questrial" charset="1" panose="02000000000000000000"/>
      <p:regular r:id="rId26"/>
    </p:embeddedFont>
    <p:embeddedFont>
      <p:font typeface="Arimo" charset="1" panose="020B0604020202020204"/>
      <p:regular r:id="rId27"/>
    </p:embeddedFont>
    <p:embeddedFont>
      <p:font typeface="League Spartan" charset="1" panose="00000800000000000000"/>
      <p:regular r:id="rId28"/>
    </p:embeddedFont>
    <p:embeddedFont>
      <p:font typeface="Open Sans Bold" charset="1" panose="020B0806030504020204"/>
      <p:regular r:id="rId29"/>
    </p:embeddedFont>
    <p:embeddedFont>
      <p:font typeface="Open Sans Extra Bold" charset="1" panose="020B09060308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5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6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jpeg" Type="http://schemas.openxmlformats.org/officeDocument/2006/relationships/image"/><Relationship Id="rId11" Target="../media/image51.jpeg" Type="http://schemas.openxmlformats.org/officeDocument/2006/relationships/image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svg" Type="http://schemas.openxmlformats.org/officeDocument/2006/relationships/image"/><Relationship Id="rId11" Target="../media/image71.png" Type="http://schemas.openxmlformats.org/officeDocument/2006/relationships/image"/><Relationship Id="rId12" Target="../media/image72.svg" Type="http://schemas.openxmlformats.org/officeDocument/2006/relationships/image"/><Relationship Id="rId13" Target="../media/image73.png" Type="http://schemas.openxmlformats.org/officeDocument/2006/relationships/image"/><Relationship Id="rId14" Target="../media/image74.svg" Type="http://schemas.openxmlformats.org/officeDocument/2006/relationships/image"/><Relationship Id="rId15" Target="../media/image75.png" Type="http://schemas.openxmlformats.org/officeDocument/2006/relationships/image"/><Relationship Id="rId16" Target="../media/image76.png" Type="http://schemas.openxmlformats.org/officeDocument/2006/relationships/image"/><Relationship Id="rId17" Target="../media/image77.png" Type="http://schemas.openxmlformats.org/officeDocument/2006/relationships/image"/><Relationship Id="rId18" Target="../media/image78.svg" Type="http://schemas.openxmlformats.org/officeDocument/2006/relationships/image"/><Relationship Id="rId19" Target="../media/image79.png" Type="http://schemas.openxmlformats.org/officeDocument/2006/relationships/image"/><Relationship Id="rId2" Target="../media/image62.png" Type="http://schemas.openxmlformats.org/officeDocument/2006/relationships/image"/><Relationship Id="rId20" Target="../media/image80.png" Type="http://schemas.openxmlformats.org/officeDocument/2006/relationships/image"/><Relationship Id="rId21" Target="../media/image81.svg" Type="http://schemas.openxmlformats.org/officeDocument/2006/relationships/image"/><Relationship Id="rId3" Target="../media/image63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90.png" Type="http://schemas.openxmlformats.org/officeDocument/2006/relationships/image"/><Relationship Id="rId5" Target="../media/image91.sv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Relationship Id="rId8" Target="../media/image9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1984" b="-122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7244" y="1028700"/>
            <a:ext cx="15258099" cy="8229600"/>
            <a:chOff x="0" y="0"/>
            <a:chExt cx="5566196" cy="30021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66196" cy="3002180"/>
            </a:xfrm>
            <a:custGeom>
              <a:avLst/>
              <a:gdLst/>
              <a:ahLst/>
              <a:cxnLst/>
              <a:rect r="r" b="b" t="t" l="l"/>
              <a:pathLst>
                <a:path h="3002180" w="5566196">
                  <a:moveTo>
                    <a:pt x="0" y="0"/>
                  </a:moveTo>
                  <a:lnTo>
                    <a:pt x="5566196" y="0"/>
                  </a:lnTo>
                  <a:lnTo>
                    <a:pt x="5566196" y="3002180"/>
                  </a:lnTo>
                  <a:lnTo>
                    <a:pt x="0" y="3002180"/>
                  </a:lnTo>
                  <a:close/>
                </a:path>
              </a:pathLst>
            </a:custGeom>
            <a:solidFill>
              <a:srgbClr val="F4F8FF">
                <a:alpha val="9098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580250" y="7918637"/>
            <a:ext cx="2285093" cy="1337590"/>
          </a:xfrm>
          <a:custGeom>
            <a:avLst/>
            <a:gdLst/>
            <a:ahLst/>
            <a:cxnLst/>
            <a:rect r="r" b="b" t="t" l="l"/>
            <a:pathLst>
              <a:path h="1337590" w="2285093">
                <a:moveTo>
                  <a:pt x="0" y="0"/>
                </a:moveTo>
                <a:lnTo>
                  <a:pt x="2285093" y="0"/>
                </a:lnTo>
                <a:lnTo>
                  <a:pt x="2285093" y="1337590"/>
                </a:lnTo>
                <a:lnTo>
                  <a:pt x="0" y="1337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768" t="-59213" r="-33779" b="-5240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3420" y="8115929"/>
            <a:ext cx="3696519" cy="943005"/>
          </a:xfrm>
          <a:custGeom>
            <a:avLst/>
            <a:gdLst/>
            <a:ahLst/>
            <a:cxnLst/>
            <a:rect r="r" b="b" t="t" l="l"/>
            <a:pathLst>
              <a:path h="943005" w="3696519">
                <a:moveTo>
                  <a:pt x="0" y="0"/>
                </a:moveTo>
                <a:lnTo>
                  <a:pt x="3696519" y="0"/>
                </a:lnTo>
                <a:lnTo>
                  <a:pt x="3696519" y="943005"/>
                </a:lnTo>
                <a:lnTo>
                  <a:pt x="0" y="94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24" t="-41674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8353" y="1878151"/>
            <a:ext cx="12711294" cy="304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7103" spc="35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GESTOR DOCUMENTAL PARA EL CONSEJO REGIONAL DE VALPARAÍSO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15232" y="6575442"/>
            <a:ext cx="4057535" cy="71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367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PROYECTO DE TÍTULO</a:t>
            </a:r>
          </a:p>
          <a:p>
            <a:pPr algn="ctr">
              <a:lnSpc>
                <a:spcPts val="2793"/>
              </a:lnSpc>
            </a:pPr>
            <a:r>
              <a:rPr lang="en-US" sz="2367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INGENIERÍA INFORMÁTICA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3262" y="7439713"/>
            <a:ext cx="11941476" cy="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9"/>
              </a:lnSpc>
            </a:pPr>
            <a:r>
              <a:rPr lang="en-US" sz="333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Génesis Contreras         Jorge Sepúlveda            Pedro Vergara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16803" y="5541247"/>
            <a:ext cx="6454393" cy="103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7103" spc="355">
                <a:solidFill>
                  <a:srgbClr val="008DC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COREGEDOC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216323">
            <a:off x="-912175" y="3743309"/>
            <a:ext cx="25860033" cy="8745545"/>
          </a:xfrm>
          <a:custGeom>
            <a:avLst/>
            <a:gdLst/>
            <a:ahLst/>
            <a:cxnLst/>
            <a:rect r="r" b="b" t="t" l="l"/>
            <a:pathLst>
              <a:path h="8745545" w="25860033">
                <a:moveTo>
                  <a:pt x="25860033" y="0"/>
                </a:moveTo>
                <a:lnTo>
                  <a:pt x="0" y="0"/>
                </a:lnTo>
                <a:lnTo>
                  <a:pt x="0" y="8745545"/>
                </a:lnTo>
                <a:lnTo>
                  <a:pt x="25860033" y="8745545"/>
                </a:lnTo>
                <a:lnTo>
                  <a:pt x="25860033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987409" y="1128737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4054" y="1130227"/>
            <a:ext cx="373112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Contenidos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35196" y="557693"/>
            <a:ext cx="8798860" cy="7558389"/>
            <a:chOff x="0" y="0"/>
            <a:chExt cx="2317395" cy="19906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7395" cy="1990687"/>
            </a:xfrm>
            <a:custGeom>
              <a:avLst/>
              <a:gdLst/>
              <a:ahLst/>
              <a:cxnLst/>
              <a:rect r="r" b="b" t="t" l="l"/>
              <a:pathLst>
                <a:path h="1990687" w="2317395">
                  <a:moveTo>
                    <a:pt x="44874" y="0"/>
                  </a:moveTo>
                  <a:lnTo>
                    <a:pt x="2272522" y="0"/>
                  </a:lnTo>
                  <a:cubicBezTo>
                    <a:pt x="2284423" y="0"/>
                    <a:pt x="2295837" y="4728"/>
                    <a:pt x="2304252" y="13143"/>
                  </a:cubicBezTo>
                  <a:cubicBezTo>
                    <a:pt x="2312668" y="21559"/>
                    <a:pt x="2317395" y="32972"/>
                    <a:pt x="2317395" y="44874"/>
                  </a:cubicBezTo>
                  <a:lnTo>
                    <a:pt x="2317395" y="1945813"/>
                  </a:lnTo>
                  <a:cubicBezTo>
                    <a:pt x="2317395" y="1970596"/>
                    <a:pt x="2297305" y="1990687"/>
                    <a:pt x="2272522" y="1990687"/>
                  </a:cubicBezTo>
                  <a:lnTo>
                    <a:pt x="44874" y="1990687"/>
                  </a:lnTo>
                  <a:cubicBezTo>
                    <a:pt x="20091" y="1990687"/>
                    <a:pt x="0" y="1970596"/>
                    <a:pt x="0" y="1945813"/>
                  </a:cubicBezTo>
                  <a:lnTo>
                    <a:pt x="0" y="44874"/>
                  </a:lnTo>
                  <a:cubicBezTo>
                    <a:pt x="0" y="20091"/>
                    <a:pt x="20091" y="0"/>
                    <a:pt x="44874" y="0"/>
                  </a:cubicBezTo>
                  <a:close/>
                </a:path>
              </a:pathLst>
            </a:custGeom>
            <a:solidFill>
              <a:srgbClr val="122A40">
                <a:alpha val="9764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317395" cy="1990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911652" y="1006402"/>
            <a:ext cx="7645947" cy="658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Contexto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Problema y Necesidad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Requerimientos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Metodología y Roles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Road Map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Arquitectura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Demostración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66460" y="741094"/>
            <a:ext cx="1760611" cy="1760611"/>
            <a:chOff x="0" y="0"/>
            <a:chExt cx="2347481" cy="234748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347481" cy="234748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AD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485891" y="632095"/>
              <a:ext cx="1183572" cy="1048941"/>
            </a:xfrm>
            <a:custGeom>
              <a:avLst/>
              <a:gdLst/>
              <a:ahLst/>
              <a:cxnLst/>
              <a:rect r="r" b="b" t="t" l="l"/>
              <a:pathLst>
                <a:path h="1048941" w="1183572">
                  <a:moveTo>
                    <a:pt x="0" y="0"/>
                  </a:moveTo>
                  <a:lnTo>
                    <a:pt x="1183572" y="0"/>
                  </a:lnTo>
                  <a:lnTo>
                    <a:pt x="1183572" y="1048941"/>
                  </a:lnTo>
                  <a:lnTo>
                    <a:pt x="0" y="104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5445209" y="748782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60967" y="1043547"/>
            <a:ext cx="4988924" cy="921074"/>
            <a:chOff x="0" y="0"/>
            <a:chExt cx="1405611" cy="259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5611" cy="259509"/>
            </a:xfrm>
            <a:custGeom>
              <a:avLst/>
              <a:gdLst/>
              <a:ahLst/>
              <a:cxnLst/>
              <a:rect r="r" b="b" t="t" l="l"/>
              <a:pathLst>
                <a:path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32445" y="622735"/>
            <a:ext cx="1762698" cy="176269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06903" y="1051189"/>
            <a:ext cx="2798631" cy="8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1"/>
              </a:lnSpc>
              <a:spcBef>
                <a:spcPct val="0"/>
              </a:spcBef>
            </a:pPr>
            <a:r>
              <a:rPr lang="en-US" b="true" sz="4822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04552" y="919985"/>
            <a:ext cx="843647" cy="1227123"/>
          </a:xfrm>
          <a:custGeom>
            <a:avLst/>
            <a:gdLst/>
            <a:ahLst/>
            <a:cxnLst/>
            <a:rect r="r" b="b" t="t" l="l"/>
            <a:pathLst>
              <a:path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05277" y="0"/>
            <a:ext cx="4582723" cy="2447025"/>
          </a:xfrm>
          <a:custGeom>
            <a:avLst/>
            <a:gdLst/>
            <a:ahLst/>
            <a:cxnLst/>
            <a:rect r="r" b="b" t="t" l="l"/>
            <a:pathLst>
              <a:path h="2447025" w="4582723">
                <a:moveTo>
                  <a:pt x="0" y="0"/>
                </a:moveTo>
                <a:lnTo>
                  <a:pt x="4582723" y="0"/>
                </a:lnTo>
                <a:lnTo>
                  <a:pt x="4582723" y="2447025"/>
                </a:lnTo>
                <a:lnTo>
                  <a:pt x="0" y="2447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6839" t="-58174" r="-30402" b="-66254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558521" y="3264497"/>
            <a:ext cx="5170958" cy="3200809"/>
            <a:chOff x="0" y="0"/>
            <a:chExt cx="1361898" cy="8430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1898" cy="843012"/>
            </a:xfrm>
            <a:custGeom>
              <a:avLst/>
              <a:gdLst/>
              <a:ahLst/>
              <a:cxnLst/>
              <a:rect r="r" b="b" t="t" l="l"/>
              <a:pathLst>
                <a:path h="843012" w="1361898">
                  <a:moveTo>
                    <a:pt x="76357" y="0"/>
                  </a:moveTo>
                  <a:lnTo>
                    <a:pt x="1285542" y="0"/>
                  </a:lnTo>
                  <a:cubicBezTo>
                    <a:pt x="1327712" y="0"/>
                    <a:pt x="1361898" y="34186"/>
                    <a:pt x="1361898" y="76357"/>
                  </a:cubicBezTo>
                  <a:lnTo>
                    <a:pt x="1361898" y="766655"/>
                  </a:lnTo>
                  <a:cubicBezTo>
                    <a:pt x="1361898" y="808825"/>
                    <a:pt x="1327712" y="843012"/>
                    <a:pt x="1285542" y="843012"/>
                  </a:cubicBezTo>
                  <a:lnTo>
                    <a:pt x="76357" y="843012"/>
                  </a:lnTo>
                  <a:cubicBezTo>
                    <a:pt x="34186" y="843012"/>
                    <a:pt x="0" y="808825"/>
                    <a:pt x="0" y="766655"/>
                  </a:cubicBezTo>
                  <a:lnTo>
                    <a:pt x="0" y="76357"/>
                  </a:lnTo>
                  <a:cubicBezTo>
                    <a:pt x="0" y="34186"/>
                    <a:pt x="34186" y="0"/>
                    <a:pt x="76357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361898" cy="843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2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93300" y="6465306"/>
            <a:ext cx="4599914" cy="3376509"/>
            <a:chOff x="0" y="0"/>
            <a:chExt cx="11073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9"/>
              <a:stretch>
                <a:fillRect l="-7348" t="0" r="-2929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71428" y="4251325"/>
            <a:ext cx="493342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 el órgano colegiado que r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epresenta a la comunidad 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electo democráticamente.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88925" y="3261042"/>
            <a:ext cx="4510150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¿Qué es el CORE?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5445209" y="748782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60967" y="1043547"/>
            <a:ext cx="4988924" cy="921074"/>
            <a:chOff x="0" y="0"/>
            <a:chExt cx="1405611" cy="259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5611" cy="259509"/>
            </a:xfrm>
            <a:custGeom>
              <a:avLst/>
              <a:gdLst/>
              <a:ahLst/>
              <a:cxnLst/>
              <a:rect r="r" b="b" t="t" l="l"/>
              <a:pathLst>
                <a:path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32445" y="622735"/>
            <a:ext cx="1762698" cy="176269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204552" y="919985"/>
            <a:ext cx="843647" cy="1227123"/>
          </a:xfrm>
          <a:custGeom>
            <a:avLst/>
            <a:gdLst/>
            <a:ahLst/>
            <a:cxnLst/>
            <a:rect r="r" b="b" t="t" l="l"/>
            <a:pathLst>
              <a:path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664909" y="3264497"/>
            <a:ext cx="5170958" cy="3200809"/>
            <a:chOff x="0" y="0"/>
            <a:chExt cx="1361898" cy="8430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1898" cy="843012"/>
            </a:xfrm>
            <a:custGeom>
              <a:avLst/>
              <a:gdLst/>
              <a:ahLst/>
              <a:cxnLst/>
              <a:rect r="r" b="b" t="t" l="l"/>
              <a:pathLst>
                <a:path h="843012" w="1361898">
                  <a:moveTo>
                    <a:pt x="76357" y="0"/>
                  </a:moveTo>
                  <a:lnTo>
                    <a:pt x="1285542" y="0"/>
                  </a:lnTo>
                  <a:cubicBezTo>
                    <a:pt x="1327712" y="0"/>
                    <a:pt x="1361898" y="34186"/>
                    <a:pt x="1361898" y="76357"/>
                  </a:cubicBezTo>
                  <a:lnTo>
                    <a:pt x="1361898" y="766655"/>
                  </a:lnTo>
                  <a:cubicBezTo>
                    <a:pt x="1361898" y="808825"/>
                    <a:pt x="1327712" y="843012"/>
                    <a:pt x="1285542" y="843012"/>
                  </a:cubicBezTo>
                  <a:lnTo>
                    <a:pt x="76357" y="843012"/>
                  </a:lnTo>
                  <a:cubicBezTo>
                    <a:pt x="34186" y="843012"/>
                    <a:pt x="0" y="808825"/>
                    <a:pt x="0" y="766655"/>
                  </a:cubicBezTo>
                  <a:lnTo>
                    <a:pt x="0" y="76357"/>
                  </a:lnTo>
                  <a:cubicBezTo>
                    <a:pt x="0" y="34186"/>
                    <a:pt x="34186" y="0"/>
                    <a:pt x="76357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61898" cy="843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2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81590" y="6465306"/>
            <a:ext cx="4599914" cy="3376509"/>
            <a:chOff x="0" y="0"/>
            <a:chExt cx="11073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8"/>
              <a:stretch>
                <a:fillRect l="-14815" t="0" r="-14815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705277" y="0"/>
            <a:ext cx="4582723" cy="2447025"/>
          </a:xfrm>
          <a:custGeom>
            <a:avLst/>
            <a:gdLst/>
            <a:ahLst/>
            <a:cxnLst/>
            <a:rect r="r" b="b" t="t" l="l"/>
            <a:pathLst>
              <a:path h="2447025" w="4582723">
                <a:moveTo>
                  <a:pt x="0" y="0"/>
                </a:moveTo>
                <a:lnTo>
                  <a:pt x="4582723" y="0"/>
                </a:lnTo>
                <a:lnTo>
                  <a:pt x="4582723" y="2447025"/>
                </a:lnTo>
                <a:lnTo>
                  <a:pt x="0" y="2447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6839" t="-58174" r="-30402" b="-66254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340004" y="3199759"/>
            <a:ext cx="5283087" cy="3265548"/>
            <a:chOff x="0" y="0"/>
            <a:chExt cx="1391430" cy="8600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91430" cy="860062"/>
            </a:xfrm>
            <a:custGeom>
              <a:avLst/>
              <a:gdLst/>
              <a:ahLst/>
              <a:cxnLst/>
              <a:rect r="r" b="b" t="t" l="l"/>
              <a:pathLst>
                <a:path h="860062" w="1391430">
                  <a:moveTo>
                    <a:pt x="74736" y="0"/>
                  </a:moveTo>
                  <a:lnTo>
                    <a:pt x="1316694" y="0"/>
                  </a:lnTo>
                  <a:cubicBezTo>
                    <a:pt x="1357970" y="0"/>
                    <a:pt x="1391430" y="33461"/>
                    <a:pt x="1391430" y="74736"/>
                  </a:cubicBezTo>
                  <a:lnTo>
                    <a:pt x="1391430" y="785326"/>
                  </a:lnTo>
                  <a:cubicBezTo>
                    <a:pt x="1391430" y="826601"/>
                    <a:pt x="1357970" y="860062"/>
                    <a:pt x="1316694" y="860062"/>
                  </a:cubicBezTo>
                  <a:lnTo>
                    <a:pt x="74736" y="860062"/>
                  </a:lnTo>
                  <a:cubicBezTo>
                    <a:pt x="33461" y="860062"/>
                    <a:pt x="0" y="826601"/>
                    <a:pt x="0" y="785326"/>
                  </a:cubicBezTo>
                  <a:lnTo>
                    <a:pt x="0" y="74736"/>
                  </a:lnTo>
                  <a:cubicBezTo>
                    <a:pt x="0" y="33461"/>
                    <a:pt x="33461" y="0"/>
                    <a:pt x="74736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391430" cy="86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99688" y="6465306"/>
            <a:ext cx="4599914" cy="3376509"/>
            <a:chOff x="0" y="0"/>
            <a:chExt cx="11073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10"/>
              <a:stretch>
                <a:fillRect l="-7348" t="0" r="-2929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06903" y="1051189"/>
            <a:ext cx="2798631" cy="8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1"/>
              </a:lnSpc>
              <a:spcBef>
                <a:spcPct val="0"/>
              </a:spcBef>
            </a:pPr>
            <a:r>
              <a:rPr lang="en-US" b="true" sz="4822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44570" y="3217923"/>
            <a:ext cx="4510150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¿Qué es el CORE?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75625" y="3123559"/>
            <a:ext cx="3011845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¿Qué hace?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03078" y="4079320"/>
            <a:ext cx="535693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encargar de tomar</a:t>
            </a:r>
            <a:r>
              <a:rPr lang="en-US" sz="21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decisiones est</a:t>
            </a:r>
            <a:r>
              <a:rPr lang="en-US" sz="21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ratégicas de interés comunitario para </a:t>
            </a:r>
            <a:r>
              <a:rPr lang="en-US" sz="21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 desarrollo de la región.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32445" y="4191802"/>
            <a:ext cx="493342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 el órgano colegiado que r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epresenta a la comunidad 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electo democráticamente.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5445209" y="748782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60967" y="1043547"/>
            <a:ext cx="4988924" cy="921074"/>
            <a:chOff x="0" y="0"/>
            <a:chExt cx="1405611" cy="259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5611" cy="259509"/>
            </a:xfrm>
            <a:custGeom>
              <a:avLst/>
              <a:gdLst/>
              <a:ahLst/>
              <a:cxnLst/>
              <a:rect r="r" b="b" t="t" l="l"/>
              <a:pathLst>
                <a:path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32445" y="622735"/>
            <a:ext cx="1762698" cy="176269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204552" y="919985"/>
            <a:ext cx="843647" cy="1227123"/>
          </a:xfrm>
          <a:custGeom>
            <a:avLst/>
            <a:gdLst/>
            <a:ahLst/>
            <a:cxnLst/>
            <a:rect r="r" b="b" t="t" l="l"/>
            <a:pathLst>
              <a:path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05277" y="0"/>
            <a:ext cx="4582723" cy="2447025"/>
          </a:xfrm>
          <a:custGeom>
            <a:avLst/>
            <a:gdLst/>
            <a:ahLst/>
            <a:cxnLst/>
            <a:rect r="r" b="b" t="t" l="l"/>
            <a:pathLst>
              <a:path h="2447025" w="4582723">
                <a:moveTo>
                  <a:pt x="0" y="0"/>
                </a:moveTo>
                <a:lnTo>
                  <a:pt x="4582723" y="0"/>
                </a:lnTo>
                <a:lnTo>
                  <a:pt x="4582723" y="2447025"/>
                </a:lnTo>
                <a:lnTo>
                  <a:pt x="0" y="2447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6839" t="-58174" r="-30402" b="-66254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27362" y="3264497"/>
            <a:ext cx="5170958" cy="3200809"/>
            <a:chOff x="0" y="0"/>
            <a:chExt cx="1361898" cy="8430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1898" cy="843012"/>
            </a:xfrm>
            <a:custGeom>
              <a:avLst/>
              <a:gdLst/>
              <a:ahLst/>
              <a:cxnLst/>
              <a:rect r="r" b="b" t="t" l="l"/>
              <a:pathLst>
                <a:path h="843012" w="1361898">
                  <a:moveTo>
                    <a:pt x="76357" y="0"/>
                  </a:moveTo>
                  <a:lnTo>
                    <a:pt x="1285542" y="0"/>
                  </a:lnTo>
                  <a:cubicBezTo>
                    <a:pt x="1327712" y="0"/>
                    <a:pt x="1361898" y="34186"/>
                    <a:pt x="1361898" y="76357"/>
                  </a:cubicBezTo>
                  <a:lnTo>
                    <a:pt x="1361898" y="766655"/>
                  </a:lnTo>
                  <a:cubicBezTo>
                    <a:pt x="1361898" y="808825"/>
                    <a:pt x="1327712" y="843012"/>
                    <a:pt x="1285542" y="843012"/>
                  </a:cubicBezTo>
                  <a:lnTo>
                    <a:pt x="76357" y="843012"/>
                  </a:lnTo>
                  <a:cubicBezTo>
                    <a:pt x="34186" y="843012"/>
                    <a:pt x="0" y="808825"/>
                    <a:pt x="0" y="766655"/>
                  </a:cubicBezTo>
                  <a:lnTo>
                    <a:pt x="0" y="76357"/>
                  </a:lnTo>
                  <a:cubicBezTo>
                    <a:pt x="0" y="34186"/>
                    <a:pt x="34186" y="0"/>
                    <a:pt x="76357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61898" cy="843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2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02456" y="3199759"/>
            <a:ext cx="5283087" cy="3265548"/>
            <a:chOff x="0" y="0"/>
            <a:chExt cx="1391430" cy="8600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1430" cy="860062"/>
            </a:xfrm>
            <a:custGeom>
              <a:avLst/>
              <a:gdLst/>
              <a:ahLst/>
              <a:cxnLst/>
              <a:rect r="r" b="b" t="t" l="l"/>
              <a:pathLst>
                <a:path h="860062" w="1391430">
                  <a:moveTo>
                    <a:pt x="74736" y="0"/>
                  </a:moveTo>
                  <a:lnTo>
                    <a:pt x="1316694" y="0"/>
                  </a:lnTo>
                  <a:cubicBezTo>
                    <a:pt x="1357970" y="0"/>
                    <a:pt x="1391430" y="33461"/>
                    <a:pt x="1391430" y="74736"/>
                  </a:cubicBezTo>
                  <a:lnTo>
                    <a:pt x="1391430" y="785326"/>
                  </a:lnTo>
                  <a:cubicBezTo>
                    <a:pt x="1391430" y="826601"/>
                    <a:pt x="1357970" y="860062"/>
                    <a:pt x="1316694" y="860062"/>
                  </a:cubicBezTo>
                  <a:lnTo>
                    <a:pt x="74736" y="860062"/>
                  </a:lnTo>
                  <a:cubicBezTo>
                    <a:pt x="33461" y="860062"/>
                    <a:pt x="0" y="826601"/>
                    <a:pt x="0" y="785326"/>
                  </a:cubicBezTo>
                  <a:lnTo>
                    <a:pt x="0" y="74736"/>
                  </a:lnTo>
                  <a:cubicBezTo>
                    <a:pt x="0" y="33461"/>
                    <a:pt x="33461" y="0"/>
                    <a:pt x="74736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91430" cy="86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90369" y="3232128"/>
            <a:ext cx="5356939" cy="3265548"/>
            <a:chOff x="0" y="0"/>
            <a:chExt cx="1410881" cy="8600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0881" cy="860062"/>
            </a:xfrm>
            <a:custGeom>
              <a:avLst/>
              <a:gdLst/>
              <a:ahLst/>
              <a:cxnLst/>
              <a:rect r="r" b="b" t="t" l="l"/>
              <a:pathLst>
                <a:path h="860062" w="1410881">
                  <a:moveTo>
                    <a:pt x="73706" y="0"/>
                  </a:moveTo>
                  <a:lnTo>
                    <a:pt x="1337175" y="0"/>
                  </a:lnTo>
                  <a:cubicBezTo>
                    <a:pt x="1377882" y="0"/>
                    <a:pt x="1410881" y="32999"/>
                    <a:pt x="1410881" y="73706"/>
                  </a:cubicBezTo>
                  <a:lnTo>
                    <a:pt x="1410881" y="786356"/>
                  </a:lnTo>
                  <a:cubicBezTo>
                    <a:pt x="1410881" y="827063"/>
                    <a:pt x="1377882" y="860062"/>
                    <a:pt x="1337175" y="860062"/>
                  </a:cubicBezTo>
                  <a:lnTo>
                    <a:pt x="73706" y="860062"/>
                  </a:lnTo>
                  <a:cubicBezTo>
                    <a:pt x="32999" y="860062"/>
                    <a:pt x="0" y="827063"/>
                    <a:pt x="0" y="786356"/>
                  </a:cubicBezTo>
                  <a:lnTo>
                    <a:pt x="0" y="73706"/>
                  </a:lnTo>
                  <a:cubicBezTo>
                    <a:pt x="0" y="32999"/>
                    <a:pt x="32999" y="0"/>
                    <a:pt x="73706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10881" cy="86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44043" y="6465306"/>
            <a:ext cx="4599914" cy="3376509"/>
            <a:chOff x="0" y="0"/>
            <a:chExt cx="11073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9"/>
              <a:stretch>
                <a:fillRect l="-14815" t="0" r="-14815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2141" y="6465306"/>
            <a:ext cx="4599914" cy="3376509"/>
            <a:chOff x="0" y="0"/>
            <a:chExt cx="11073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10"/>
              <a:stretch>
                <a:fillRect l="-7348" t="0" r="-2929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668881" y="6497676"/>
            <a:ext cx="4599914" cy="3376509"/>
            <a:chOff x="0" y="0"/>
            <a:chExt cx="11073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-119936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638078" y="3188297"/>
            <a:ext cx="3011845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¿Qué hace?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327294" y="3264497"/>
            <a:ext cx="5195671" cy="2843087"/>
            <a:chOff x="0" y="0"/>
            <a:chExt cx="6927561" cy="379078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296028" y="-76200"/>
              <a:ext cx="6452062" cy="891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60"/>
                </a:lnSpc>
              </a:pPr>
              <a:r>
                <a:rPr lang="en-US" sz="4043">
                  <a:solidFill>
                    <a:srgbClr val="122A40"/>
                  </a:solidFill>
                  <a:latin typeface="Open Sans Extra Bold"/>
                  <a:ea typeface="Open Sans Extra Bold"/>
                  <a:cs typeface="Open Sans Extra Bold"/>
                  <a:sym typeface="Open Sans Extra Bold"/>
                </a:rPr>
                <a:t>¿Cómo funciona?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223690"/>
              <a:ext cx="6927561" cy="256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122A40"/>
                  </a:solidFill>
                  <a:latin typeface="Open Sans Extra Bold"/>
                  <a:ea typeface="Open Sans Extra Bold"/>
                  <a:cs typeface="Open Sans Extra Bold"/>
                  <a:sym typeface="Open Sans Extra Bold"/>
                </a:rPr>
                <a:t>Se reunen en co</a:t>
              </a:r>
              <a:r>
                <a:rPr lang="en-US" sz="2199">
                  <a:solidFill>
                    <a:srgbClr val="122A40"/>
                  </a:solidFill>
                  <a:latin typeface="Open Sans Extra Bold"/>
                  <a:ea typeface="Open Sans Extra Bold"/>
                  <a:cs typeface="Open Sans Extra Bold"/>
                  <a:sym typeface="Open Sans Extra Bold"/>
                </a:rPr>
                <a:t>misiones  donde se analizan las diferentes temáticas.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122A40"/>
                  </a:solidFill>
                  <a:latin typeface="Open Sans Extra Bold"/>
                  <a:ea typeface="Open Sans Extra Bold"/>
                  <a:cs typeface="Open Sans Extra Bold"/>
                  <a:sym typeface="Open Sans Extra Bold"/>
                </a:rPr>
                <a:t>Y terminan en una reunión plenaria,</a:t>
              </a:r>
              <a:r>
                <a:rPr lang="en-US" sz="2199">
                  <a:solidFill>
                    <a:srgbClr val="122A40"/>
                  </a:solidFill>
                  <a:latin typeface="Open Sans Extra Bold"/>
                  <a:ea typeface="Open Sans Extra Bold"/>
                  <a:cs typeface="Open Sans Extra Bold"/>
                  <a:sym typeface="Open Sans Extra Bold"/>
                </a:rPr>
                <a:t> instancia final donde s</a:t>
              </a:r>
              <a:r>
                <a:rPr lang="en-US" sz="2199">
                  <a:solidFill>
                    <a:srgbClr val="122A40"/>
                  </a:solidFill>
                  <a:latin typeface="Open Sans Extra Bold"/>
                  <a:ea typeface="Open Sans Extra Bold"/>
                  <a:cs typeface="Open Sans Extra Bold"/>
                  <a:sym typeface="Open Sans Extra Bold"/>
                </a:rPr>
                <a:t>e votan y formalizan los acuerdos.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465531" y="4144059"/>
            <a:ext cx="535693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encargar de tomar</a:t>
            </a:r>
            <a:r>
              <a:rPr lang="en-US" sz="21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decisiones est</a:t>
            </a:r>
            <a:r>
              <a:rPr lang="en-US" sz="21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ratégicas de interés comunitario para </a:t>
            </a:r>
            <a:r>
              <a:rPr lang="en-US" sz="21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 desarrollo de la región.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6903" y="1051189"/>
            <a:ext cx="2798631" cy="8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1"/>
              </a:lnSpc>
              <a:spcBef>
                <a:spcPct val="0"/>
              </a:spcBef>
            </a:pPr>
            <a:r>
              <a:rPr lang="en-US" b="true" sz="4822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6130" y="4191802"/>
            <a:ext cx="493342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 el órgano colegiado que r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epresenta a la comunidad 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electo democráticamente.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7766" y="3188297"/>
            <a:ext cx="4510150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¿Qué es el CORE?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63622" y="-2142526"/>
            <a:ext cx="26848689" cy="8642470"/>
          </a:xfrm>
          <a:custGeom>
            <a:avLst/>
            <a:gdLst/>
            <a:ahLst/>
            <a:cxnLst/>
            <a:rect r="r" b="b" t="t" l="l"/>
            <a:pathLst>
              <a:path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1"/>
                </a:lnTo>
                <a:lnTo>
                  <a:pt x="0" y="8642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931960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3335" y="594336"/>
            <a:ext cx="1660574" cy="166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12560" y="2845690"/>
            <a:ext cx="8755738" cy="4910029"/>
            <a:chOff x="0" y="0"/>
            <a:chExt cx="2306038" cy="12931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6038" cy="1293176"/>
            </a:xfrm>
            <a:custGeom>
              <a:avLst/>
              <a:gdLst/>
              <a:ahLst/>
              <a:cxnLst/>
              <a:rect r="r" b="b" t="t" l="l"/>
              <a:pathLst>
                <a:path h="1293176" w="2306038">
                  <a:moveTo>
                    <a:pt x="45095" y="0"/>
                  </a:moveTo>
                  <a:lnTo>
                    <a:pt x="2260943" y="0"/>
                  </a:lnTo>
                  <a:cubicBezTo>
                    <a:pt x="2272903" y="0"/>
                    <a:pt x="2284373" y="4751"/>
                    <a:pt x="2292830" y="13208"/>
                  </a:cubicBezTo>
                  <a:cubicBezTo>
                    <a:pt x="2301287" y="21665"/>
                    <a:pt x="2306038" y="33135"/>
                    <a:pt x="2306038" y="45095"/>
                  </a:cubicBezTo>
                  <a:lnTo>
                    <a:pt x="2306038" y="1248082"/>
                  </a:lnTo>
                  <a:cubicBezTo>
                    <a:pt x="2306038" y="1260041"/>
                    <a:pt x="2301287" y="1271511"/>
                    <a:pt x="2292830" y="1279968"/>
                  </a:cubicBezTo>
                  <a:cubicBezTo>
                    <a:pt x="2284373" y="1288425"/>
                    <a:pt x="2272903" y="1293176"/>
                    <a:pt x="2260943" y="1293176"/>
                  </a:cubicBezTo>
                  <a:lnTo>
                    <a:pt x="45095" y="1293176"/>
                  </a:lnTo>
                  <a:cubicBezTo>
                    <a:pt x="33135" y="1293176"/>
                    <a:pt x="21665" y="1288425"/>
                    <a:pt x="13208" y="1279968"/>
                  </a:cubicBezTo>
                  <a:cubicBezTo>
                    <a:pt x="4751" y="1271511"/>
                    <a:pt x="0" y="1260041"/>
                    <a:pt x="0" y="1248082"/>
                  </a:cubicBezTo>
                  <a:lnTo>
                    <a:pt x="0" y="45095"/>
                  </a:lnTo>
                  <a:cubicBezTo>
                    <a:pt x="0" y="33135"/>
                    <a:pt x="4751" y="21665"/>
                    <a:pt x="13208" y="13208"/>
                  </a:cubicBezTo>
                  <a:cubicBezTo>
                    <a:pt x="21665" y="4751"/>
                    <a:pt x="33135" y="0"/>
                    <a:pt x="45095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306038" cy="1293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061210" y="2845690"/>
            <a:ext cx="5358918" cy="4910029"/>
          </a:xfrm>
          <a:custGeom>
            <a:avLst/>
            <a:gdLst/>
            <a:ahLst/>
            <a:cxnLst/>
            <a:rect r="r" b="b" t="t" l="l"/>
            <a:pathLst>
              <a:path h="4910029" w="5358918">
                <a:moveTo>
                  <a:pt x="0" y="0"/>
                </a:moveTo>
                <a:lnTo>
                  <a:pt x="5358918" y="0"/>
                </a:lnTo>
                <a:lnTo>
                  <a:pt x="5358918" y="4910029"/>
                </a:lnTo>
                <a:lnTo>
                  <a:pt x="0" y="4910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77" r="-3096" b="-914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882597" y="915450"/>
            <a:ext cx="1042050" cy="888585"/>
          </a:xfrm>
          <a:custGeom>
            <a:avLst/>
            <a:gdLst/>
            <a:ahLst/>
            <a:cxnLst/>
            <a:rect r="r" b="b" t="t" l="l"/>
            <a:pathLst>
              <a:path h="888585" w="1042050">
                <a:moveTo>
                  <a:pt x="0" y="0"/>
                </a:moveTo>
                <a:lnTo>
                  <a:pt x="1042050" y="0"/>
                </a:lnTo>
                <a:lnTo>
                  <a:pt x="1042050" y="888585"/>
                </a:lnTo>
                <a:lnTo>
                  <a:pt x="0" y="8885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1617" y="923925"/>
            <a:ext cx="4322366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9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Problemática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88012" y="3668861"/>
            <a:ext cx="7404834" cy="283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6"/>
              </a:lnSpc>
            </a:pPr>
            <a:r>
              <a:rPr lang="en-US" sz="4040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lentitud en los procesos de las Comisiones del Consejo Regional de Valparaíso.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63622" y="-2142526"/>
            <a:ext cx="26848689" cy="8642470"/>
          </a:xfrm>
          <a:custGeom>
            <a:avLst/>
            <a:gdLst/>
            <a:ahLst/>
            <a:cxnLst/>
            <a:rect r="r" b="b" t="t" l="l"/>
            <a:pathLst>
              <a:path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1"/>
                </a:lnTo>
                <a:lnTo>
                  <a:pt x="0" y="8642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931960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3335" y="594336"/>
            <a:ext cx="1660574" cy="166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12560" y="2845690"/>
            <a:ext cx="8755738" cy="4910029"/>
            <a:chOff x="0" y="0"/>
            <a:chExt cx="2306038" cy="12931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6038" cy="1293176"/>
            </a:xfrm>
            <a:custGeom>
              <a:avLst/>
              <a:gdLst/>
              <a:ahLst/>
              <a:cxnLst/>
              <a:rect r="r" b="b" t="t" l="l"/>
              <a:pathLst>
                <a:path h="1293176" w="2306038">
                  <a:moveTo>
                    <a:pt x="45095" y="0"/>
                  </a:moveTo>
                  <a:lnTo>
                    <a:pt x="2260943" y="0"/>
                  </a:lnTo>
                  <a:cubicBezTo>
                    <a:pt x="2272903" y="0"/>
                    <a:pt x="2284373" y="4751"/>
                    <a:pt x="2292830" y="13208"/>
                  </a:cubicBezTo>
                  <a:cubicBezTo>
                    <a:pt x="2301287" y="21665"/>
                    <a:pt x="2306038" y="33135"/>
                    <a:pt x="2306038" y="45095"/>
                  </a:cubicBezTo>
                  <a:lnTo>
                    <a:pt x="2306038" y="1248082"/>
                  </a:lnTo>
                  <a:cubicBezTo>
                    <a:pt x="2306038" y="1260041"/>
                    <a:pt x="2301287" y="1271511"/>
                    <a:pt x="2292830" y="1279968"/>
                  </a:cubicBezTo>
                  <a:cubicBezTo>
                    <a:pt x="2284373" y="1288425"/>
                    <a:pt x="2272903" y="1293176"/>
                    <a:pt x="2260943" y="1293176"/>
                  </a:cubicBezTo>
                  <a:lnTo>
                    <a:pt x="45095" y="1293176"/>
                  </a:lnTo>
                  <a:cubicBezTo>
                    <a:pt x="33135" y="1293176"/>
                    <a:pt x="21665" y="1288425"/>
                    <a:pt x="13208" y="1279968"/>
                  </a:cubicBezTo>
                  <a:cubicBezTo>
                    <a:pt x="4751" y="1271511"/>
                    <a:pt x="0" y="1260041"/>
                    <a:pt x="0" y="1248082"/>
                  </a:cubicBezTo>
                  <a:lnTo>
                    <a:pt x="0" y="45095"/>
                  </a:lnTo>
                  <a:cubicBezTo>
                    <a:pt x="0" y="33135"/>
                    <a:pt x="4751" y="21665"/>
                    <a:pt x="13208" y="13208"/>
                  </a:cubicBezTo>
                  <a:cubicBezTo>
                    <a:pt x="21665" y="4751"/>
                    <a:pt x="33135" y="0"/>
                    <a:pt x="45095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306038" cy="1293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33250" y="859436"/>
            <a:ext cx="1140744" cy="1130373"/>
          </a:xfrm>
          <a:custGeom>
            <a:avLst/>
            <a:gdLst/>
            <a:ahLst/>
            <a:cxnLst/>
            <a:rect r="r" b="b" t="t" l="l"/>
            <a:pathLst>
              <a:path h="1130373" w="1140744">
                <a:moveTo>
                  <a:pt x="0" y="0"/>
                </a:moveTo>
                <a:lnTo>
                  <a:pt x="1140744" y="0"/>
                </a:lnTo>
                <a:lnTo>
                  <a:pt x="1140744" y="1130373"/>
                </a:lnTo>
                <a:lnTo>
                  <a:pt x="0" y="1130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61210" y="2845690"/>
            <a:ext cx="5214230" cy="4781284"/>
          </a:xfrm>
          <a:custGeom>
            <a:avLst/>
            <a:gdLst/>
            <a:ahLst/>
            <a:cxnLst/>
            <a:rect r="r" b="b" t="t" l="l"/>
            <a:pathLst>
              <a:path h="4781284" w="5214230">
                <a:moveTo>
                  <a:pt x="0" y="0"/>
                </a:moveTo>
                <a:lnTo>
                  <a:pt x="5214230" y="0"/>
                </a:lnTo>
                <a:lnTo>
                  <a:pt x="5214230" y="4781284"/>
                </a:lnTo>
                <a:lnTo>
                  <a:pt x="0" y="4781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905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30268" y="884335"/>
            <a:ext cx="34212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Necesidad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97833" y="3489875"/>
            <a:ext cx="7404834" cy="354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6"/>
              </a:lnSpc>
            </a:pPr>
            <a:r>
              <a:rPr lang="en-US" b="true" sz="404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Optimizar y digitalizar el flujo de las Comisiones para la gestión documental del CORE de la región de Valparaíso.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6130"/>
            <a:ext cx="9882464" cy="982454"/>
            <a:chOff x="0" y="0"/>
            <a:chExt cx="2602789" cy="258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2789" cy="258753"/>
            </a:xfrm>
            <a:custGeom>
              <a:avLst/>
              <a:gdLst/>
              <a:ahLst/>
              <a:cxnLst/>
              <a:rect r="r" b="b" t="t" l="l"/>
              <a:pathLst>
                <a:path h="258753" w="2602789">
                  <a:moveTo>
                    <a:pt x="0" y="0"/>
                  </a:moveTo>
                  <a:lnTo>
                    <a:pt x="2602789" y="0"/>
                  </a:lnTo>
                  <a:lnTo>
                    <a:pt x="2602789" y="258753"/>
                  </a:lnTo>
                  <a:lnTo>
                    <a:pt x="0" y="258753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602789" cy="25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298063">
            <a:off x="7559921" y="1120280"/>
            <a:ext cx="15361663" cy="4678552"/>
          </a:xfrm>
          <a:custGeom>
            <a:avLst/>
            <a:gdLst/>
            <a:ahLst/>
            <a:cxnLst/>
            <a:rect r="r" b="b" t="t" l="l"/>
            <a:pathLst>
              <a:path h="4678552" w="15361663">
                <a:moveTo>
                  <a:pt x="0" y="4678552"/>
                </a:moveTo>
                <a:lnTo>
                  <a:pt x="15361663" y="4678552"/>
                </a:lnTo>
                <a:lnTo>
                  <a:pt x="15361663" y="0"/>
                </a:lnTo>
                <a:lnTo>
                  <a:pt x="0" y="0"/>
                </a:lnTo>
                <a:lnTo>
                  <a:pt x="0" y="4678552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51683" y="195804"/>
            <a:ext cx="1634450" cy="16344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08128" y="449383"/>
            <a:ext cx="921560" cy="1127290"/>
          </a:xfrm>
          <a:custGeom>
            <a:avLst/>
            <a:gdLst/>
            <a:ahLst/>
            <a:cxnLst/>
            <a:rect r="r" b="b" t="t" l="l"/>
            <a:pathLst>
              <a:path h="1127290" w="921560">
                <a:moveTo>
                  <a:pt x="0" y="0"/>
                </a:moveTo>
                <a:lnTo>
                  <a:pt x="921560" y="0"/>
                </a:lnTo>
                <a:lnTo>
                  <a:pt x="921560" y="1127291"/>
                </a:lnTo>
                <a:lnTo>
                  <a:pt x="0" y="1127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2932249"/>
            <a:ext cx="16010924" cy="6326051"/>
            <a:chOff x="0" y="0"/>
            <a:chExt cx="4120684" cy="16281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20684" cy="1628117"/>
            </a:xfrm>
            <a:custGeom>
              <a:avLst/>
              <a:gdLst/>
              <a:ahLst/>
              <a:cxnLst/>
              <a:rect r="r" b="b" t="t" l="l"/>
              <a:pathLst>
                <a:path h="1628117" w="4120684">
                  <a:moveTo>
                    <a:pt x="24661" y="0"/>
                  </a:moveTo>
                  <a:lnTo>
                    <a:pt x="4096023" y="0"/>
                  </a:lnTo>
                  <a:cubicBezTo>
                    <a:pt x="4109643" y="0"/>
                    <a:pt x="4120684" y="11041"/>
                    <a:pt x="4120684" y="24661"/>
                  </a:cubicBezTo>
                  <a:lnTo>
                    <a:pt x="4120684" y="1603457"/>
                  </a:lnTo>
                  <a:cubicBezTo>
                    <a:pt x="4120684" y="1617076"/>
                    <a:pt x="4109643" y="1628117"/>
                    <a:pt x="4096023" y="1628117"/>
                  </a:cubicBezTo>
                  <a:lnTo>
                    <a:pt x="24661" y="1628117"/>
                  </a:lnTo>
                  <a:cubicBezTo>
                    <a:pt x="11041" y="1628117"/>
                    <a:pt x="0" y="1617076"/>
                    <a:pt x="0" y="1603457"/>
                  </a:cubicBezTo>
                  <a:lnTo>
                    <a:pt x="0" y="24661"/>
                  </a:lnTo>
                  <a:cubicBezTo>
                    <a:pt x="0" y="11041"/>
                    <a:pt x="11041" y="0"/>
                    <a:pt x="24661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120684" cy="162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29035" y="4516831"/>
            <a:ext cx="14810253" cy="4257948"/>
          </a:xfrm>
          <a:custGeom>
            <a:avLst/>
            <a:gdLst/>
            <a:ahLst/>
            <a:cxnLst/>
            <a:rect r="r" b="b" t="t" l="l"/>
            <a:pathLst>
              <a:path h="4257948" w="14810253">
                <a:moveTo>
                  <a:pt x="0" y="0"/>
                </a:moveTo>
                <a:lnTo>
                  <a:pt x="14810253" y="0"/>
                </a:lnTo>
                <a:lnTo>
                  <a:pt x="14810253" y="4257948"/>
                </a:lnTo>
                <a:lnTo>
                  <a:pt x="0" y="4257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394" y="546028"/>
            <a:ext cx="9189183" cy="8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 del cliente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68020" y="3373831"/>
            <a:ext cx="11132283" cy="8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Digitalización Asistencia y Votación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6130"/>
            <a:ext cx="9882464" cy="982454"/>
            <a:chOff x="0" y="0"/>
            <a:chExt cx="2602789" cy="258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2789" cy="258753"/>
            </a:xfrm>
            <a:custGeom>
              <a:avLst/>
              <a:gdLst/>
              <a:ahLst/>
              <a:cxnLst/>
              <a:rect r="r" b="b" t="t" l="l"/>
              <a:pathLst>
                <a:path h="258753" w="2602789">
                  <a:moveTo>
                    <a:pt x="0" y="0"/>
                  </a:moveTo>
                  <a:lnTo>
                    <a:pt x="2602789" y="0"/>
                  </a:lnTo>
                  <a:lnTo>
                    <a:pt x="2602789" y="258753"/>
                  </a:lnTo>
                  <a:lnTo>
                    <a:pt x="0" y="258753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602789" cy="25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298063">
            <a:off x="7559921" y="1120280"/>
            <a:ext cx="15361663" cy="4678552"/>
          </a:xfrm>
          <a:custGeom>
            <a:avLst/>
            <a:gdLst/>
            <a:ahLst/>
            <a:cxnLst/>
            <a:rect r="r" b="b" t="t" l="l"/>
            <a:pathLst>
              <a:path h="4678552" w="15361663">
                <a:moveTo>
                  <a:pt x="0" y="4678552"/>
                </a:moveTo>
                <a:lnTo>
                  <a:pt x="15361663" y="4678552"/>
                </a:lnTo>
                <a:lnTo>
                  <a:pt x="15361663" y="0"/>
                </a:lnTo>
                <a:lnTo>
                  <a:pt x="0" y="0"/>
                </a:lnTo>
                <a:lnTo>
                  <a:pt x="0" y="4678552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51683" y="195804"/>
            <a:ext cx="1634450" cy="16344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08128" y="449383"/>
            <a:ext cx="921560" cy="1127290"/>
          </a:xfrm>
          <a:custGeom>
            <a:avLst/>
            <a:gdLst/>
            <a:ahLst/>
            <a:cxnLst/>
            <a:rect r="r" b="b" t="t" l="l"/>
            <a:pathLst>
              <a:path h="1127290" w="921560">
                <a:moveTo>
                  <a:pt x="0" y="0"/>
                </a:moveTo>
                <a:lnTo>
                  <a:pt x="921560" y="0"/>
                </a:lnTo>
                <a:lnTo>
                  <a:pt x="921560" y="1127291"/>
                </a:lnTo>
                <a:lnTo>
                  <a:pt x="0" y="1127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48559" y="2377229"/>
            <a:ext cx="8590882" cy="7388053"/>
            <a:chOff x="0" y="0"/>
            <a:chExt cx="2211010" cy="19014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1010" cy="1901441"/>
            </a:xfrm>
            <a:custGeom>
              <a:avLst/>
              <a:gdLst/>
              <a:ahLst/>
              <a:cxnLst/>
              <a:rect r="r" b="b" t="t" l="l"/>
              <a:pathLst>
                <a:path h="1901441" w="2211010">
                  <a:moveTo>
                    <a:pt x="45960" y="0"/>
                  </a:moveTo>
                  <a:lnTo>
                    <a:pt x="2165050" y="0"/>
                  </a:lnTo>
                  <a:cubicBezTo>
                    <a:pt x="2177239" y="0"/>
                    <a:pt x="2188929" y="4842"/>
                    <a:pt x="2197548" y="13461"/>
                  </a:cubicBezTo>
                  <a:cubicBezTo>
                    <a:pt x="2206168" y="22081"/>
                    <a:pt x="2211010" y="33771"/>
                    <a:pt x="2211010" y="45960"/>
                  </a:cubicBezTo>
                  <a:lnTo>
                    <a:pt x="2211010" y="1855481"/>
                  </a:lnTo>
                  <a:cubicBezTo>
                    <a:pt x="2211010" y="1867670"/>
                    <a:pt x="2206168" y="1879361"/>
                    <a:pt x="2197548" y="1887980"/>
                  </a:cubicBezTo>
                  <a:cubicBezTo>
                    <a:pt x="2188929" y="1896599"/>
                    <a:pt x="2177239" y="1901441"/>
                    <a:pt x="2165050" y="1901441"/>
                  </a:cubicBezTo>
                  <a:lnTo>
                    <a:pt x="45960" y="1901441"/>
                  </a:lnTo>
                  <a:cubicBezTo>
                    <a:pt x="20577" y="1901441"/>
                    <a:pt x="0" y="1880864"/>
                    <a:pt x="0" y="1855481"/>
                  </a:cubicBezTo>
                  <a:lnTo>
                    <a:pt x="0" y="45960"/>
                  </a:lnTo>
                  <a:cubicBezTo>
                    <a:pt x="0" y="33771"/>
                    <a:pt x="4842" y="22081"/>
                    <a:pt x="13461" y="13461"/>
                  </a:cubicBezTo>
                  <a:cubicBezTo>
                    <a:pt x="22081" y="4842"/>
                    <a:pt x="33771" y="0"/>
                    <a:pt x="45960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1010" cy="1901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305147" y="4009730"/>
            <a:ext cx="5677707" cy="5420020"/>
          </a:xfrm>
          <a:custGeom>
            <a:avLst/>
            <a:gdLst/>
            <a:ahLst/>
            <a:cxnLst/>
            <a:rect r="r" b="b" t="t" l="l"/>
            <a:pathLst>
              <a:path h="5420020" w="5677707">
                <a:moveTo>
                  <a:pt x="0" y="0"/>
                </a:moveTo>
                <a:lnTo>
                  <a:pt x="5677706" y="0"/>
                </a:lnTo>
                <a:lnTo>
                  <a:pt x="5677706" y="5420020"/>
                </a:lnTo>
                <a:lnTo>
                  <a:pt x="0" y="54200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394" y="546028"/>
            <a:ext cx="9189183" cy="8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 del cliente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8984" y="2642622"/>
            <a:ext cx="8890032" cy="8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Gestor Documental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6130"/>
            <a:ext cx="9882464" cy="982454"/>
            <a:chOff x="0" y="0"/>
            <a:chExt cx="2602789" cy="258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2789" cy="258753"/>
            </a:xfrm>
            <a:custGeom>
              <a:avLst/>
              <a:gdLst/>
              <a:ahLst/>
              <a:cxnLst/>
              <a:rect r="r" b="b" t="t" l="l"/>
              <a:pathLst>
                <a:path h="258753" w="2602789">
                  <a:moveTo>
                    <a:pt x="0" y="0"/>
                  </a:moveTo>
                  <a:lnTo>
                    <a:pt x="2602789" y="0"/>
                  </a:lnTo>
                  <a:lnTo>
                    <a:pt x="2602789" y="258753"/>
                  </a:lnTo>
                  <a:lnTo>
                    <a:pt x="0" y="258753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602789" cy="25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298063">
            <a:off x="7559921" y="1120280"/>
            <a:ext cx="15361663" cy="4678552"/>
          </a:xfrm>
          <a:custGeom>
            <a:avLst/>
            <a:gdLst/>
            <a:ahLst/>
            <a:cxnLst/>
            <a:rect r="r" b="b" t="t" l="l"/>
            <a:pathLst>
              <a:path h="4678552" w="15361663">
                <a:moveTo>
                  <a:pt x="0" y="4678552"/>
                </a:moveTo>
                <a:lnTo>
                  <a:pt x="15361663" y="4678552"/>
                </a:lnTo>
                <a:lnTo>
                  <a:pt x="15361663" y="0"/>
                </a:lnTo>
                <a:lnTo>
                  <a:pt x="0" y="0"/>
                </a:lnTo>
                <a:lnTo>
                  <a:pt x="0" y="4678552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51683" y="195804"/>
            <a:ext cx="1634450" cy="16344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08128" y="449383"/>
            <a:ext cx="921560" cy="1127290"/>
          </a:xfrm>
          <a:custGeom>
            <a:avLst/>
            <a:gdLst/>
            <a:ahLst/>
            <a:cxnLst/>
            <a:rect r="r" b="b" t="t" l="l"/>
            <a:pathLst>
              <a:path h="1127290" w="921560">
                <a:moveTo>
                  <a:pt x="0" y="0"/>
                </a:moveTo>
                <a:lnTo>
                  <a:pt x="921560" y="0"/>
                </a:lnTo>
                <a:lnTo>
                  <a:pt x="921560" y="1127291"/>
                </a:lnTo>
                <a:lnTo>
                  <a:pt x="0" y="1127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2932249"/>
            <a:ext cx="16010924" cy="6326051"/>
            <a:chOff x="0" y="0"/>
            <a:chExt cx="4120684" cy="16281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20684" cy="1628117"/>
            </a:xfrm>
            <a:custGeom>
              <a:avLst/>
              <a:gdLst/>
              <a:ahLst/>
              <a:cxnLst/>
              <a:rect r="r" b="b" t="t" l="l"/>
              <a:pathLst>
                <a:path h="1628117" w="4120684">
                  <a:moveTo>
                    <a:pt x="24661" y="0"/>
                  </a:moveTo>
                  <a:lnTo>
                    <a:pt x="4096023" y="0"/>
                  </a:lnTo>
                  <a:cubicBezTo>
                    <a:pt x="4109643" y="0"/>
                    <a:pt x="4120684" y="11041"/>
                    <a:pt x="4120684" y="24661"/>
                  </a:cubicBezTo>
                  <a:lnTo>
                    <a:pt x="4120684" y="1603457"/>
                  </a:lnTo>
                  <a:cubicBezTo>
                    <a:pt x="4120684" y="1617076"/>
                    <a:pt x="4109643" y="1628117"/>
                    <a:pt x="4096023" y="1628117"/>
                  </a:cubicBezTo>
                  <a:lnTo>
                    <a:pt x="24661" y="1628117"/>
                  </a:lnTo>
                  <a:cubicBezTo>
                    <a:pt x="11041" y="1628117"/>
                    <a:pt x="0" y="1617076"/>
                    <a:pt x="0" y="1603457"/>
                  </a:cubicBezTo>
                  <a:lnTo>
                    <a:pt x="0" y="24661"/>
                  </a:lnTo>
                  <a:cubicBezTo>
                    <a:pt x="0" y="11041"/>
                    <a:pt x="11041" y="0"/>
                    <a:pt x="24661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120684" cy="162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72272" y="4655528"/>
            <a:ext cx="15323779" cy="4022492"/>
          </a:xfrm>
          <a:custGeom>
            <a:avLst/>
            <a:gdLst/>
            <a:ahLst/>
            <a:cxnLst/>
            <a:rect r="r" b="b" t="t" l="l"/>
            <a:pathLst>
              <a:path h="4022492" w="15323779">
                <a:moveTo>
                  <a:pt x="0" y="0"/>
                </a:moveTo>
                <a:lnTo>
                  <a:pt x="15323779" y="0"/>
                </a:lnTo>
                <a:lnTo>
                  <a:pt x="15323779" y="4022492"/>
                </a:lnTo>
                <a:lnTo>
                  <a:pt x="0" y="40224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394" y="546028"/>
            <a:ext cx="9189183" cy="8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 del cliente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39570" y="3373831"/>
            <a:ext cx="9189183" cy="8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Historial y Trazabilidad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9689" y="-2080742"/>
            <a:ext cx="26848689" cy="8642470"/>
          </a:xfrm>
          <a:custGeom>
            <a:avLst/>
            <a:gdLst/>
            <a:ahLst/>
            <a:cxnLst/>
            <a:rect r="r" b="b" t="t" l="l"/>
            <a:pathLst>
              <a:path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0"/>
                </a:lnTo>
                <a:lnTo>
                  <a:pt x="0" y="8642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931960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3335" y="594336"/>
            <a:ext cx="1660574" cy="166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8958" y="2998611"/>
            <a:ext cx="14505848" cy="4324525"/>
            <a:chOff x="0" y="0"/>
            <a:chExt cx="3280725" cy="9780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80725" cy="978059"/>
            </a:xfrm>
            <a:custGeom>
              <a:avLst/>
              <a:gdLst/>
              <a:ahLst/>
              <a:cxnLst/>
              <a:rect r="r" b="b" t="t" l="l"/>
              <a:pathLst>
                <a:path h="978059" w="3280725">
                  <a:moveTo>
                    <a:pt x="27219" y="0"/>
                  </a:moveTo>
                  <a:lnTo>
                    <a:pt x="3253506" y="0"/>
                  </a:lnTo>
                  <a:cubicBezTo>
                    <a:pt x="3268538" y="0"/>
                    <a:pt x="3280725" y="12186"/>
                    <a:pt x="3280725" y="27219"/>
                  </a:cubicBezTo>
                  <a:lnTo>
                    <a:pt x="3280725" y="950840"/>
                  </a:lnTo>
                  <a:cubicBezTo>
                    <a:pt x="3280725" y="958059"/>
                    <a:pt x="3277857" y="964982"/>
                    <a:pt x="3272753" y="970087"/>
                  </a:cubicBezTo>
                  <a:cubicBezTo>
                    <a:pt x="3267648" y="975191"/>
                    <a:pt x="3260725" y="978059"/>
                    <a:pt x="3253506" y="978059"/>
                  </a:cubicBezTo>
                  <a:lnTo>
                    <a:pt x="27219" y="978059"/>
                  </a:lnTo>
                  <a:cubicBezTo>
                    <a:pt x="12186" y="978059"/>
                    <a:pt x="0" y="965873"/>
                    <a:pt x="0" y="950840"/>
                  </a:cubicBezTo>
                  <a:lnTo>
                    <a:pt x="0" y="27219"/>
                  </a:lnTo>
                  <a:cubicBezTo>
                    <a:pt x="0" y="12186"/>
                    <a:pt x="12186" y="0"/>
                    <a:pt x="272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280725" cy="978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83039" y="739644"/>
            <a:ext cx="1041167" cy="1369957"/>
          </a:xfrm>
          <a:custGeom>
            <a:avLst/>
            <a:gdLst/>
            <a:ahLst/>
            <a:cxnLst/>
            <a:rect r="r" b="b" t="t" l="l"/>
            <a:pathLst>
              <a:path h="1369957" w="1041167">
                <a:moveTo>
                  <a:pt x="0" y="0"/>
                </a:moveTo>
                <a:lnTo>
                  <a:pt x="1041167" y="0"/>
                </a:lnTo>
                <a:lnTo>
                  <a:pt x="1041167" y="1369957"/>
                </a:lnTo>
                <a:lnTo>
                  <a:pt x="0" y="1369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0516" y="836710"/>
            <a:ext cx="279216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20196" y="3155997"/>
            <a:ext cx="13923373" cy="362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9"/>
              </a:lnSpc>
            </a:pPr>
            <a:r>
              <a:rPr lang="en-US" sz="4142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Creación de una p</a:t>
            </a:r>
            <a:r>
              <a:rPr lang="en-US" b="true" sz="4142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lataforma personalizada, que permite digitalizar el proceso de asistencia y de votaciones para la gestión documental que se lleva a cabo en las comisiones del CORE de la región de Valparaíso.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7775" y="824375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355953">
            <a:off x="3840678" y="5117773"/>
            <a:ext cx="13568203" cy="4367543"/>
          </a:xfrm>
          <a:custGeom>
            <a:avLst/>
            <a:gdLst/>
            <a:ahLst/>
            <a:cxnLst/>
            <a:rect r="r" b="b" t="t" l="l"/>
            <a:pathLst>
              <a:path h="4367543" w="13568203">
                <a:moveTo>
                  <a:pt x="0" y="0"/>
                </a:moveTo>
                <a:lnTo>
                  <a:pt x="13568203" y="0"/>
                </a:lnTo>
                <a:lnTo>
                  <a:pt x="13568203" y="4367543"/>
                </a:lnTo>
                <a:lnTo>
                  <a:pt x="0" y="436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25809" y="553525"/>
            <a:ext cx="1527026" cy="15270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729070" y="756785"/>
            <a:ext cx="1120505" cy="1120505"/>
          </a:xfrm>
          <a:custGeom>
            <a:avLst/>
            <a:gdLst/>
            <a:ahLst/>
            <a:cxnLst/>
            <a:rect r="r" b="b" t="t" l="l"/>
            <a:pathLst>
              <a:path h="1120505" w="1120505">
                <a:moveTo>
                  <a:pt x="0" y="0"/>
                </a:moveTo>
                <a:lnTo>
                  <a:pt x="1120504" y="0"/>
                </a:lnTo>
                <a:lnTo>
                  <a:pt x="1120504" y="1120505"/>
                </a:lnTo>
                <a:lnTo>
                  <a:pt x="0" y="11205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81483" y="1094572"/>
            <a:ext cx="9806279" cy="8163728"/>
          </a:xfrm>
          <a:custGeom>
            <a:avLst/>
            <a:gdLst/>
            <a:ahLst/>
            <a:cxnLst/>
            <a:rect r="r" b="b" t="t" l="l"/>
            <a:pathLst>
              <a:path h="8163728" w="9806279">
                <a:moveTo>
                  <a:pt x="0" y="0"/>
                </a:moveTo>
                <a:lnTo>
                  <a:pt x="9806279" y="0"/>
                </a:lnTo>
                <a:lnTo>
                  <a:pt x="9806279" y="8163728"/>
                </a:lnTo>
                <a:lnTo>
                  <a:pt x="0" y="816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9417" y="825865"/>
            <a:ext cx="411896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5573157" y="733385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35664" y="697773"/>
            <a:ext cx="4988924" cy="921074"/>
            <a:chOff x="0" y="0"/>
            <a:chExt cx="1405611" cy="259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5611" cy="259509"/>
            </a:xfrm>
            <a:custGeom>
              <a:avLst/>
              <a:gdLst/>
              <a:ahLst/>
              <a:cxnLst/>
              <a:rect r="r" b="b" t="t" l="l"/>
              <a:pathLst>
                <a:path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57749" y="276961"/>
            <a:ext cx="1762698" cy="176269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32207" y="705415"/>
            <a:ext cx="2798631" cy="820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1"/>
              </a:lnSpc>
              <a:spcBef>
                <a:spcPct val="0"/>
              </a:spcBef>
            </a:pPr>
            <a:r>
              <a:rPr lang="en-US" b="true" sz="4822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189658" y="411466"/>
            <a:ext cx="1262002" cy="1234468"/>
          </a:xfrm>
          <a:custGeom>
            <a:avLst/>
            <a:gdLst/>
            <a:ahLst/>
            <a:cxnLst/>
            <a:rect r="r" b="b" t="t" l="l"/>
            <a:pathLst>
              <a:path h="1234468" w="1262002">
                <a:moveTo>
                  <a:pt x="0" y="0"/>
                </a:moveTo>
                <a:lnTo>
                  <a:pt x="1262002" y="0"/>
                </a:lnTo>
                <a:lnTo>
                  <a:pt x="1262002" y="1234468"/>
                </a:lnTo>
                <a:lnTo>
                  <a:pt x="0" y="1234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956560" y="6525399"/>
            <a:ext cx="5706351" cy="1317436"/>
            <a:chOff x="0" y="0"/>
            <a:chExt cx="1405611" cy="3245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5611" cy="324516"/>
            </a:xfrm>
            <a:custGeom>
              <a:avLst/>
              <a:gdLst/>
              <a:ahLst/>
              <a:cxnLst/>
              <a:rect r="r" b="b" t="t" l="l"/>
              <a:pathLst>
                <a:path h="324516" w="1405611">
                  <a:moveTo>
                    <a:pt x="27134" y="0"/>
                  </a:moveTo>
                  <a:lnTo>
                    <a:pt x="1378477" y="0"/>
                  </a:lnTo>
                  <a:cubicBezTo>
                    <a:pt x="1393463" y="0"/>
                    <a:pt x="1405611" y="12148"/>
                    <a:pt x="1405611" y="27134"/>
                  </a:cubicBezTo>
                  <a:lnTo>
                    <a:pt x="1405611" y="297382"/>
                  </a:lnTo>
                  <a:cubicBezTo>
                    <a:pt x="1405611" y="312368"/>
                    <a:pt x="1393463" y="324516"/>
                    <a:pt x="1378477" y="324516"/>
                  </a:cubicBezTo>
                  <a:lnTo>
                    <a:pt x="27134" y="324516"/>
                  </a:lnTo>
                  <a:cubicBezTo>
                    <a:pt x="12148" y="324516"/>
                    <a:pt x="0" y="312368"/>
                    <a:pt x="0" y="297382"/>
                  </a:cubicBezTo>
                  <a:lnTo>
                    <a:pt x="0" y="27134"/>
                  </a:lnTo>
                  <a:cubicBezTo>
                    <a:pt x="0" y="12148"/>
                    <a:pt x="12148" y="0"/>
                    <a:pt x="27134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405611" cy="324516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0953" y="6142125"/>
            <a:ext cx="2016181" cy="201618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67455" y="3523861"/>
            <a:ext cx="5706351" cy="1393699"/>
            <a:chOff x="0" y="0"/>
            <a:chExt cx="1405611" cy="3433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05611" cy="343302"/>
            </a:xfrm>
            <a:custGeom>
              <a:avLst/>
              <a:gdLst/>
              <a:ahLst/>
              <a:cxnLst/>
              <a:rect r="r" b="b" t="t" l="l"/>
              <a:pathLst>
                <a:path h="343302" w="1405611">
                  <a:moveTo>
                    <a:pt x="27134" y="0"/>
                  </a:moveTo>
                  <a:lnTo>
                    <a:pt x="1378477" y="0"/>
                  </a:lnTo>
                  <a:cubicBezTo>
                    <a:pt x="1393463" y="0"/>
                    <a:pt x="1405611" y="12148"/>
                    <a:pt x="1405611" y="27134"/>
                  </a:cubicBezTo>
                  <a:lnTo>
                    <a:pt x="1405611" y="316167"/>
                  </a:lnTo>
                  <a:cubicBezTo>
                    <a:pt x="1405611" y="331153"/>
                    <a:pt x="1393463" y="343302"/>
                    <a:pt x="1378477" y="343302"/>
                  </a:cubicBezTo>
                  <a:lnTo>
                    <a:pt x="27134" y="343302"/>
                  </a:lnTo>
                  <a:cubicBezTo>
                    <a:pt x="12148" y="343302"/>
                    <a:pt x="0" y="331153"/>
                    <a:pt x="0" y="316167"/>
                  </a:cubicBezTo>
                  <a:lnTo>
                    <a:pt x="0" y="27134"/>
                  </a:lnTo>
                  <a:cubicBezTo>
                    <a:pt x="0" y="12148"/>
                    <a:pt x="12148" y="0"/>
                    <a:pt x="27134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05611" cy="343302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0953" y="3212620"/>
            <a:ext cx="2016181" cy="201618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727581" y="3331178"/>
            <a:ext cx="1122924" cy="1648329"/>
          </a:xfrm>
          <a:custGeom>
            <a:avLst/>
            <a:gdLst/>
            <a:ahLst/>
            <a:cxnLst/>
            <a:rect r="r" b="b" t="t" l="l"/>
            <a:pathLst>
              <a:path h="1648329" w="1122924">
                <a:moveTo>
                  <a:pt x="0" y="0"/>
                </a:moveTo>
                <a:lnTo>
                  <a:pt x="1122924" y="0"/>
                </a:lnTo>
                <a:lnTo>
                  <a:pt x="1122924" y="1648329"/>
                </a:lnTo>
                <a:lnTo>
                  <a:pt x="0" y="1648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116832" y="3659780"/>
            <a:ext cx="6523294" cy="3085739"/>
            <a:chOff x="0" y="0"/>
            <a:chExt cx="1837915" cy="8693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37915" cy="869396"/>
            </a:xfrm>
            <a:custGeom>
              <a:avLst/>
              <a:gdLst/>
              <a:ahLst/>
              <a:cxnLst/>
              <a:rect r="r" b="b" t="t" l="l"/>
              <a:pathLst>
                <a:path h="869396" w="1837915">
                  <a:moveTo>
                    <a:pt x="23736" y="0"/>
                  </a:moveTo>
                  <a:lnTo>
                    <a:pt x="1814179" y="0"/>
                  </a:lnTo>
                  <a:cubicBezTo>
                    <a:pt x="1827288" y="0"/>
                    <a:pt x="1837915" y="10627"/>
                    <a:pt x="1837915" y="23736"/>
                  </a:cubicBezTo>
                  <a:lnTo>
                    <a:pt x="1837915" y="845660"/>
                  </a:lnTo>
                  <a:cubicBezTo>
                    <a:pt x="1837915" y="851955"/>
                    <a:pt x="1835414" y="857992"/>
                    <a:pt x="1830963" y="862444"/>
                  </a:cubicBezTo>
                  <a:cubicBezTo>
                    <a:pt x="1826511" y="866895"/>
                    <a:pt x="1820474" y="869396"/>
                    <a:pt x="1814179" y="869396"/>
                  </a:cubicBezTo>
                  <a:lnTo>
                    <a:pt x="23736" y="869396"/>
                  </a:lnTo>
                  <a:cubicBezTo>
                    <a:pt x="17441" y="869396"/>
                    <a:pt x="11404" y="866895"/>
                    <a:pt x="6952" y="862444"/>
                  </a:cubicBezTo>
                  <a:cubicBezTo>
                    <a:pt x="2501" y="857992"/>
                    <a:pt x="0" y="851955"/>
                    <a:pt x="0" y="845660"/>
                  </a:cubicBezTo>
                  <a:lnTo>
                    <a:pt x="0" y="23736"/>
                  </a:lnTo>
                  <a:cubicBezTo>
                    <a:pt x="0" y="17441"/>
                    <a:pt x="2501" y="11404"/>
                    <a:pt x="6952" y="6952"/>
                  </a:cubicBezTo>
                  <a:cubicBezTo>
                    <a:pt x="11404" y="2501"/>
                    <a:pt x="17441" y="0"/>
                    <a:pt x="23736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837915" cy="869396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727581" y="6326051"/>
            <a:ext cx="1122924" cy="1648329"/>
          </a:xfrm>
          <a:custGeom>
            <a:avLst/>
            <a:gdLst/>
            <a:ahLst/>
            <a:cxnLst/>
            <a:rect r="r" b="b" t="t" l="l"/>
            <a:pathLst>
              <a:path h="1648329" w="1122924">
                <a:moveTo>
                  <a:pt x="0" y="0"/>
                </a:moveTo>
                <a:lnTo>
                  <a:pt x="1122924" y="0"/>
                </a:lnTo>
                <a:lnTo>
                  <a:pt x="1122924" y="1648329"/>
                </a:lnTo>
                <a:lnTo>
                  <a:pt x="0" y="1648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265816" y="3212620"/>
            <a:ext cx="2031318" cy="203131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78189" t="-42291" r="-15970" b="-140764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097526" y="1869075"/>
            <a:ext cx="2176557" cy="2176557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-14715" b="-14297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00765" y="6061937"/>
            <a:ext cx="2176557" cy="217655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2921" t="0" r="-2921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500318" y="1792875"/>
            <a:ext cx="2176557" cy="2176557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9233" t="-41301" r="-7316" b="-14097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3496493" y="6420624"/>
            <a:ext cx="2496722" cy="9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5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74775" y="7107917"/>
            <a:ext cx="5706351" cy="6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sz="38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Jorge Sepúlveda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67455" y="4253771"/>
            <a:ext cx="5706351" cy="663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4"/>
              </a:lnSpc>
            </a:pPr>
            <a:r>
              <a:rPr lang="en-US" sz="388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Enrique Astudillo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361965" y="3393748"/>
            <a:ext cx="5262500" cy="9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5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owner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583176" y="5067300"/>
            <a:ext cx="4988924" cy="6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sz="38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Génesis Contreras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583176" y="5772428"/>
            <a:ext cx="4988924" cy="6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sz="38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Pedro Vergara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16832" y="3959907"/>
            <a:ext cx="6523294" cy="81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38"/>
              </a:lnSpc>
              <a:spcBef>
                <a:spcPct val="0"/>
              </a:spcBef>
            </a:pPr>
            <a:r>
              <a:rPr lang="en-US" b="true" sz="481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Developer Team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116452" y="6411648"/>
            <a:ext cx="2508012" cy="94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5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Master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99873">
            <a:off x="-2523491" y="3556445"/>
            <a:ext cx="21301853" cy="7204025"/>
          </a:xfrm>
          <a:custGeom>
            <a:avLst/>
            <a:gdLst/>
            <a:ahLst/>
            <a:cxnLst/>
            <a:rect r="r" b="b" t="t" l="l"/>
            <a:pathLst>
              <a:path h="7204025" w="21301853">
                <a:moveTo>
                  <a:pt x="0" y="0"/>
                </a:moveTo>
                <a:lnTo>
                  <a:pt x="21301854" y="0"/>
                </a:lnTo>
                <a:lnTo>
                  <a:pt x="21301854" y="7204025"/>
                </a:lnTo>
                <a:lnTo>
                  <a:pt x="0" y="72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7241" y="300555"/>
            <a:ext cx="5561006" cy="792054"/>
            <a:chOff x="0" y="0"/>
            <a:chExt cx="1464627" cy="208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627" cy="208607"/>
            </a:xfrm>
            <a:custGeom>
              <a:avLst/>
              <a:gdLst/>
              <a:ahLst/>
              <a:cxnLst/>
              <a:rect r="r" b="b" t="t" l="l"/>
              <a:pathLst>
                <a:path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56517" y="100603"/>
            <a:ext cx="1256028" cy="12560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86192" y="289566"/>
            <a:ext cx="796679" cy="878103"/>
          </a:xfrm>
          <a:custGeom>
            <a:avLst/>
            <a:gdLst/>
            <a:ahLst/>
            <a:cxnLst/>
            <a:rect r="r" b="b" t="t" l="l"/>
            <a:pathLst>
              <a:path h="878103" w="796679">
                <a:moveTo>
                  <a:pt x="0" y="0"/>
                </a:moveTo>
                <a:lnTo>
                  <a:pt x="796679" y="0"/>
                </a:lnTo>
                <a:lnTo>
                  <a:pt x="796679" y="878103"/>
                </a:lnTo>
                <a:lnTo>
                  <a:pt x="0" y="87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6543" y="1448159"/>
            <a:ext cx="6479838" cy="2795034"/>
            <a:chOff x="0" y="0"/>
            <a:chExt cx="1825671" cy="7874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5671" cy="787491"/>
            </a:xfrm>
            <a:custGeom>
              <a:avLst/>
              <a:gdLst/>
              <a:ahLst/>
              <a:cxnLst/>
              <a:rect r="r" b="b" t="t" l="l"/>
              <a:pathLst>
                <a:path h="787491" w="1825671">
                  <a:moveTo>
                    <a:pt x="23895" y="0"/>
                  </a:moveTo>
                  <a:lnTo>
                    <a:pt x="1801776" y="0"/>
                  </a:lnTo>
                  <a:cubicBezTo>
                    <a:pt x="1814973" y="0"/>
                    <a:pt x="1825671" y="10698"/>
                    <a:pt x="1825671" y="23895"/>
                  </a:cubicBezTo>
                  <a:lnTo>
                    <a:pt x="1825671" y="763595"/>
                  </a:lnTo>
                  <a:cubicBezTo>
                    <a:pt x="1825671" y="769933"/>
                    <a:pt x="1823154" y="776011"/>
                    <a:pt x="1818672" y="780492"/>
                  </a:cubicBezTo>
                  <a:cubicBezTo>
                    <a:pt x="1814191" y="784973"/>
                    <a:pt x="1808113" y="787491"/>
                    <a:pt x="1801776" y="787491"/>
                  </a:cubicBezTo>
                  <a:lnTo>
                    <a:pt x="23895" y="787491"/>
                  </a:lnTo>
                  <a:cubicBezTo>
                    <a:pt x="10698" y="787491"/>
                    <a:pt x="0" y="776792"/>
                    <a:pt x="0" y="763595"/>
                  </a:cubicBezTo>
                  <a:lnTo>
                    <a:pt x="0" y="23895"/>
                  </a:lnTo>
                  <a:cubicBezTo>
                    <a:pt x="0" y="10698"/>
                    <a:pt x="10698" y="0"/>
                    <a:pt x="23895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825671" cy="787491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82896" y="151130"/>
            <a:ext cx="314682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 Map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31590" y="1484126"/>
            <a:ext cx="4729745" cy="446751"/>
            <a:chOff x="0" y="0"/>
            <a:chExt cx="6306326" cy="5956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172479" y="-10909"/>
              <a:ext cx="4133847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AGOSTO - 7 SEPTIEMBRE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70332" y="2113984"/>
            <a:ext cx="6467123" cy="170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E INICIO DEL PROYECTO.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DEFINICIÓN DE REQUISITOS Y MODELADO DE DATOS.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ARQUITECTÓNICO Y DE INTERFAZ (UX/UI).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PREPARACIÓN DEL ENTORNO LOCAL DE DESARROLLO.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99873">
            <a:off x="-2523491" y="3556445"/>
            <a:ext cx="21301853" cy="7204025"/>
          </a:xfrm>
          <a:custGeom>
            <a:avLst/>
            <a:gdLst/>
            <a:ahLst/>
            <a:cxnLst/>
            <a:rect r="r" b="b" t="t" l="l"/>
            <a:pathLst>
              <a:path h="7204025" w="21301853">
                <a:moveTo>
                  <a:pt x="0" y="0"/>
                </a:moveTo>
                <a:lnTo>
                  <a:pt x="21301854" y="0"/>
                </a:lnTo>
                <a:lnTo>
                  <a:pt x="21301854" y="7204025"/>
                </a:lnTo>
                <a:lnTo>
                  <a:pt x="0" y="72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7241" y="300555"/>
            <a:ext cx="5561006" cy="792054"/>
            <a:chOff x="0" y="0"/>
            <a:chExt cx="1464627" cy="208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627" cy="208607"/>
            </a:xfrm>
            <a:custGeom>
              <a:avLst/>
              <a:gdLst/>
              <a:ahLst/>
              <a:cxnLst/>
              <a:rect r="r" b="b" t="t" l="l"/>
              <a:pathLst>
                <a:path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56517" y="100603"/>
            <a:ext cx="1256028" cy="12560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86192" y="289566"/>
            <a:ext cx="796679" cy="878103"/>
          </a:xfrm>
          <a:custGeom>
            <a:avLst/>
            <a:gdLst/>
            <a:ahLst/>
            <a:cxnLst/>
            <a:rect r="r" b="b" t="t" l="l"/>
            <a:pathLst>
              <a:path h="878103" w="796679">
                <a:moveTo>
                  <a:pt x="0" y="0"/>
                </a:moveTo>
                <a:lnTo>
                  <a:pt x="796679" y="0"/>
                </a:lnTo>
                <a:lnTo>
                  <a:pt x="796679" y="878103"/>
                </a:lnTo>
                <a:lnTo>
                  <a:pt x="0" y="87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6543" y="1448159"/>
            <a:ext cx="6580911" cy="2795034"/>
            <a:chOff x="0" y="0"/>
            <a:chExt cx="1854148" cy="7874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54148" cy="787491"/>
            </a:xfrm>
            <a:custGeom>
              <a:avLst/>
              <a:gdLst/>
              <a:ahLst/>
              <a:cxnLst/>
              <a:rect r="r" b="b" t="t" l="l"/>
              <a:pathLst>
                <a:path h="787491" w="1854148">
                  <a:moveTo>
                    <a:pt x="23528" y="0"/>
                  </a:moveTo>
                  <a:lnTo>
                    <a:pt x="1830620" y="0"/>
                  </a:lnTo>
                  <a:cubicBezTo>
                    <a:pt x="1843614" y="0"/>
                    <a:pt x="1854148" y="10534"/>
                    <a:pt x="1854148" y="23528"/>
                  </a:cubicBezTo>
                  <a:lnTo>
                    <a:pt x="1854148" y="763962"/>
                  </a:lnTo>
                  <a:cubicBezTo>
                    <a:pt x="1854148" y="776957"/>
                    <a:pt x="1843614" y="787491"/>
                    <a:pt x="1830620" y="787491"/>
                  </a:cubicBezTo>
                  <a:lnTo>
                    <a:pt x="23528" y="787491"/>
                  </a:lnTo>
                  <a:cubicBezTo>
                    <a:pt x="10534" y="787491"/>
                    <a:pt x="0" y="776957"/>
                    <a:pt x="0" y="763962"/>
                  </a:cubicBezTo>
                  <a:lnTo>
                    <a:pt x="0" y="23528"/>
                  </a:lnTo>
                  <a:cubicBezTo>
                    <a:pt x="0" y="10534"/>
                    <a:pt x="10534" y="0"/>
                    <a:pt x="23528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854148" cy="787491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837455" y="1894909"/>
            <a:ext cx="6555587" cy="499594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Freeform 14" id="14"/>
          <p:cNvSpPr/>
          <p:nvPr/>
        </p:nvSpPr>
        <p:spPr>
          <a:xfrm flipH="false" flipV="false" rot="570197">
            <a:off x="13460880" y="1794389"/>
            <a:ext cx="479265" cy="652061"/>
          </a:xfrm>
          <a:custGeom>
            <a:avLst/>
            <a:gdLst/>
            <a:ahLst/>
            <a:cxnLst/>
            <a:rect r="r" b="b" t="t" l="l"/>
            <a:pathLst>
              <a:path h="652061" w="479265">
                <a:moveTo>
                  <a:pt x="0" y="0"/>
                </a:moveTo>
                <a:lnTo>
                  <a:pt x="479265" y="0"/>
                </a:lnTo>
                <a:lnTo>
                  <a:pt x="479265" y="652061"/>
                </a:lnTo>
                <a:lnTo>
                  <a:pt x="0" y="652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2896" y="151130"/>
            <a:ext cx="314682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 Map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31590" y="1484126"/>
            <a:ext cx="4729745" cy="446751"/>
            <a:chOff x="0" y="0"/>
            <a:chExt cx="6306326" cy="59566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172479" y="-10909"/>
              <a:ext cx="4133847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AGOSTO - 7 SEPTIEMBRE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19929" y="2579091"/>
            <a:ext cx="6628286" cy="3151802"/>
            <a:chOff x="0" y="0"/>
            <a:chExt cx="1867496" cy="8880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67496" cy="888009"/>
            </a:xfrm>
            <a:custGeom>
              <a:avLst/>
              <a:gdLst/>
              <a:ahLst/>
              <a:cxnLst/>
              <a:rect r="r" b="b" t="t" l="l"/>
              <a:pathLst>
                <a:path h="888009" w="1867496">
                  <a:moveTo>
                    <a:pt x="23360" y="0"/>
                  </a:moveTo>
                  <a:lnTo>
                    <a:pt x="1844136" y="0"/>
                  </a:lnTo>
                  <a:cubicBezTo>
                    <a:pt x="1850331" y="0"/>
                    <a:pt x="1856273" y="2461"/>
                    <a:pt x="1860654" y="6842"/>
                  </a:cubicBezTo>
                  <a:cubicBezTo>
                    <a:pt x="1865035" y="11223"/>
                    <a:pt x="1867496" y="17165"/>
                    <a:pt x="1867496" y="23360"/>
                  </a:cubicBezTo>
                  <a:lnTo>
                    <a:pt x="1867496" y="864649"/>
                  </a:lnTo>
                  <a:cubicBezTo>
                    <a:pt x="1867496" y="877550"/>
                    <a:pt x="1857037" y="888009"/>
                    <a:pt x="1844136" y="888009"/>
                  </a:cubicBezTo>
                  <a:lnTo>
                    <a:pt x="23360" y="888009"/>
                  </a:lnTo>
                  <a:cubicBezTo>
                    <a:pt x="17165" y="888009"/>
                    <a:pt x="11223" y="885548"/>
                    <a:pt x="6842" y="881167"/>
                  </a:cubicBezTo>
                  <a:cubicBezTo>
                    <a:pt x="2461" y="876786"/>
                    <a:pt x="0" y="870844"/>
                    <a:pt x="0" y="864649"/>
                  </a:cubicBezTo>
                  <a:lnTo>
                    <a:pt x="0" y="23360"/>
                  </a:lnTo>
                  <a:cubicBezTo>
                    <a:pt x="0" y="10459"/>
                    <a:pt x="10459" y="0"/>
                    <a:pt x="23360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867496" cy="8880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34116" y="2622300"/>
            <a:ext cx="5050274" cy="446751"/>
            <a:chOff x="0" y="0"/>
            <a:chExt cx="6733699" cy="59566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172479" y="-10909"/>
              <a:ext cx="4561220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 SEPTIEMBRE - 19 NOVIEMBRE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70332" y="2113984"/>
            <a:ext cx="6467123" cy="170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E INICIO DEL PROYECTO.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DEFINICIÓN DE REQUISITOS Y MODELADO DE DATOS.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ARQUITECTÓNICO Y DE INTERFAZ (UX/UI).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PREPARACIÓN DEL ENTORNO LOCAL DE DESARROLLO.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3753" y="3145251"/>
            <a:ext cx="5300638" cy="214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 DE AUTENTICACIÓN.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CRUD DE LAS GESTIONES PRINCIPALES.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PERFILES, PERMISOS, FIRMA ELECTRÓNICA.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ADECUACIÓN DE FILTROS.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GENERACIÓN DE ARCHIVOS DIGITALIZADOS.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99873">
            <a:off x="-2523491" y="3556445"/>
            <a:ext cx="21301853" cy="7204025"/>
          </a:xfrm>
          <a:custGeom>
            <a:avLst/>
            <a:gdLst/>
            <a:ahLst/>
            <a:cxnLst/>
            <a:rect r="r" b="b" t="t" l="l"/>
            <a:pathLst>
              <a:path h="7204025" w="21301853">
                <a:moveTo>
                  <a:pt x="0" y="0"/>
                </a:moveTo>
                <a:lnTo>
                  <a:pt x="21301854" y="0"/>
                </a:lnTo>
                <a:lnTo>
                  <a:pt x="21301854" y="7204025"/>
                </a:lnTo>
                <a:lnTo>
                  <a:pt x="0" y="72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7241" y="300555"/>
            <a:ext cx="5561006" cy="792054"/>
            <a:chOff x="0" y="0"/>
            <a:chExt cx="1464627" cy="208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627" cy="208607"/>
            </a:xfrm>
            <a:custGeom>
              <a:avLst/>
              <a:gdLst/>
              <a:ahLst/>
              <a:cxnLst/>
              <a:rect r="r" b="b" t="t" l="l"/>
              <a:pathLst>
                <a:path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56517" y="100603"/>
            <a:ext cx="1256028" cy="12560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86192" y="289566"/>
            <a:ext cx="796679" cy="878103"/>
          </a:xfrm>
          <a:custGeom>
            <a:avLst/>
            <a:gdLst/>
            <a:ahLst/>
            <a:cxnLst/>
            <a:rect r="r" b="b" t="t" l="l"/>
            <a:pathLst>
              <a:path h="878103" w="796679">
                <a:moveTo>
                  <a:pt x="0" y="0"/>
                </a:moveTo>
                <a:lnTo>
                  <a:pt x="796679" y="0"/>
                </a:lnTo>
                <a:lnTo>
                  <a:pt x="796679" y="878103"/>
                </a:lnTo>
                <a:lnTo>
                  <a:pt x="0" y="87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6543" y="1448159"/>
            <a:ext cx="6580911" cy="2795034"/>
            <a:chOff x="0" y="0"/>
            <a:chExt cx="1854148" cy="7874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54148" cy="787491"/>
            </a:xfrm>
            <a:custGeom>
              <a:avLst/>
              <a:gdLst/>
              <a:ahLst/>
              <a:cxnLst/>
              <a:rect r="r" b="b" t="t" l="l"/>
              <a:pathLst>
                <a:path h="787491" w="1854148">
                  <a:moveTo>
                    <a:pt x="23528" y="0"/>
                  </a:moveTo>
                  <a:lnTo>
                    <a:pt x="1830620" y="0"/>
                  </a:lnTo>
                  <a:cubicBezTo>
                    <a:pt x="1843614" y="0"/>
                    <a:pt x="1854148" y="10534"/>
                    <a:pt x="1854148" y="23528"/>
                  </a:cubicBezTo>
                  <a:lnTo>
                    <a:pt x="1854148" y="763962"/>
                  </a:lnTo>
                  <a:cubicBezTo>
                    <a:pt x="1854148" y="776957"/>
                    <a:pt x="1843614" y="787491"/>
                    <a:pt x="1830620" y="787491"/>
                  </a:cubicBezTo>
                  <a:lnTo>
                    <a:pt x="23528" y="787491"/>
                  </a:lnTo>
                  <a:cubicBezTo>
                    <a:pt x="10534" y="787491"/>
                    <a:pt x="0" y="776957"/>
                    <a:pt x="0" y="763962"/>
                  </a:cubicBezTo>
                  <a:lnTo>
                    <a:pt x="0" y="23528"/>
                  </a:lnTo>
                  <a:cubicBezTo>
                    <a:pt x="0" y="10534"/>
                    <a:pt x="10534" y="0"/>
                    <a:pt x="23528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854148" cy="787491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52139" y="6416461"/>
            <a:ext cx="5378948" cy="2334937"/>
            <a:chOff x="0" y="0"/>
            <a:chExt cx="1515499" cy="6578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5499" cy="657860"/>
            </a:xfrm>
            <a:custGeom>
              <a:avLst/>
              <a:gdLst/>
              <a:ahLst/>
              <a:cxnLst/>
              <a:rect r="r" b="b" t="t" l="l"/>
              <a:pathLst>
                <a:path h="657860" w="1515499">
                  <a:moveTo>
                    <a:pt x="28786" y="0"/>
                  </a:moveTo>
                  <a:lnTo>
                    <a:pt x="1486713" y="0"/>
                  </a:lnTo>
                  <a:cubicBezTo>
                    <a:pt x="1494348" y="0"/>
                    <a:pt x="1501670" y="3033"/>
                    <a:pt x="1507068" y="8431"/>
                  </a:cubicBezTo>
                  <a:cubicBezTo>
                    <a:pt x="1512467" y="13830"/>
                    <a:pt x="1515499" y="21151"/>
                    <a:pt x="1515499" y="28786"/>
                  </a:cubicBezTo>
                  <a:lnTo>
                    <a:pt x="1515499" y="629074"/>
                  </a:lnTo>
                  <a:cubicBezTo>
                    <a:pt x="1515499" y="644972"/>
                    <a:pt x="1502611" y="657860"/>
                    <a:pt x="1486713" y="657860"/>
                  </a:cubicBezTo>
                  <a:lnTo>
                    <a:pt x="28786" y="657860"/>
                  </a:lnTo>
                  <a:cubicBezTo>
                    <a:pt x="21151" y="657860"/>
                    <a:pt x="13830" y="654827"/>
                    <a:pt x="8431" y="649429"/>
                  </a:cubicBezTo>
                  <a:cubicBezTo>
                    <a:pt x="3033" y="644031"/>
                    <a:pt x="0" y="636709"/>
                    <a:pt x="0" y="629074"/>
                  </a:cubicBezTo>
                  <a:lnTo>
                    <a:pt x="0" y="28786"/>
                  </a:lnTo>
                  <a:cubicBezTo>
                    <a:pt x="0" y="21151"/>
                    <a:pt x="3033" y="13830"/>
                    <a:pt x="8431" y="8431"/>
                  </a:cubicBezTo>
                  <a:cubicBezTo>
                    <a:pt x="13830" y="3033"/>
                    <a:pt x="21151" y="0"/>
                    <a:pt x="28786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515499" cy="65786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837455" y="1894909"/>
            <a:ext cx="6555587" cy="499594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H="true">
            <a:off x="4729627" y="4862740"/>
            <a:ext cx="4505460" cy="1470709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4729627" y="8751399"/>
            <a:ext cx="7325534" cy="878645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2256308" y="8751399"/>
            <a:ext cx="1078182" cy="1189718"/>
          </a:xfrm>
          <a:custGeom>
            <a:avLst/>
            <a:gdLst/>
            <a:ahLst/>
            <a:cxnLst/>
            <a:rect r="r" b="b" t="t" l="l"/>
            <a:pathLst>
              <a:path h="1189718" w="1078182">
                <a:moveTo>
                  <a:pt x="0" y="0"/>
                </a:moveTo>
                <a:lnTo>
                  <a:pt x="1078182" y="0"/>
                </a:lnTo>
                <a:lnTo>
                  <a:pt x="1078182" y="1189718"/>
                </a:lnTo>
                <a:lnTo>
                  <a:pt x="0" y="118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70197">
            <a:off x="13460880" y="1794389"/>
            <a:ext cx="479265" cy="652061"/>
          </a:xfrm>
          <a:custGeom>
            <a:avLst/>
            <a:gdLst/>
            <a:ahLst/>
            <a:cxnLst/>
            <a:rect r="r" b="b" t="t" l="l"/>
            <a:pathLst>
              <a:path h="652061" w="479265">
                <a:moveTo>
                  <a:pt x="0" y="0"/>
                </a:moveTo>
                <a:lnTo>
                  <a:pt x="479265" y="0"/>
                </a:lnTo>
                <a:lnTo>
                  <a:pt x="479265" y="652061"/>
                </a:lnTo>
                <a:lnTo>
                  <a:pt x="0" y="6520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82896" y="151130"/>
            <a:ext cx="314682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 Map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0332" y="2113984"/>
            <a:ext cx="6467123" cy="170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E INICIO DEL PROYECTO.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DEFINICIÓN DE REQUISITOS Y MODELADO DE DATOS.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ARQUITECTÓNICO Y DE INTERFAZ (UX/UI).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PREPARACIÓN DEL ENTORNO LOCAL DE DESARROLLO.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-1029998">
            <a:off x="4117079" y="5668759"/>
            <a:ext cx="479265" cy="652061"/>
          </a:xfrm>
          <a:custGeom>
            <a:avLst/>
            <a:gdLst/>
            <a:ahLst/>
            <a:cxnLst/>
            <a:rect r="r" b="b" t="t" l="l"/>
            <a:pathLst>
              <a:path h="652061" w="479265">
                <a:moveTo>
                  <a:pt x="0" y="0"/>
                </a:moveTo>
                <a:lnTo>
                  <a:pt x="479265" y="0"/>
                </a:lnTo>
                <a:lnTo>
                  <a:pt x="479265" y="652061"/>
                </a:lnTo>
                <a:lnTo>
                  <a:pt x="0" y="6520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51719" y="6899974"/>
            <a:ext cx="4885735" cy="126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DOCUMENTACIÓN FINAL DEL PROYECTO</a:t>
            </a: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l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CIERRE DEL PROYECTO.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31590" y="1484126"/>
            <a:ext cx="4729745" cy="446751"/>
            <a:chOff x="0" y="0"/>
            <a:chExt cx="6306326" cy="59566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1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172479" y="-10909"/>
              <a:ext cx="4133847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AGOSTO - 7 SEPTIEMBRE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80813" y="6462748"/>
            <a:ext cx="5050274" cy="446751"/>
            <a:chOff x="0" y="0"/>
            <a:chExt cx="6733699" cy="595667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3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172479" y="-10909"/>
              <a:ext cx="4561220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 NOVIEMBRE - 9 DICIEMBRE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19929" y="2579091"/>
            <a:ext cx="6628286" cy="3151802"/>
            <a:chOff x="0" y="0"/>
            <a:chExt cx="1867496" cy="8880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67496" cy="888009"/>
            </a:xfrm>
            <a:custGeom>
              <a:avLst/>
              <a:gdLst/>
              <a:ahLst/>
              <a:cxnLst/>
              <a:rect r="r" b="b" t="t" l="l"/>
              <a:pathLst>
                <a:path h="888009" w="1867496">
                  <a:moveTo>
                    <a:pt x="23360" y="0"/>
                  </a:moveTo>
                  <a:lnTo>
                    <a:pt x="1844136" y="0"/>
                  </a:lnTo>
                  <a:cubicBezTo>
                    <a:pt x="1850331" y="0"/>
                    <a:pt x="1856273" y="2461"/>
                    <a:pt x="1860654" y="6842"/>
                  </a:cubicBezTo>
                  <a:cubicBezTo>
                    <a:pt x="1865035" y="11223"/>
                    <a:pt x="1867496" y="17165"/>
                    <a:pt x="1867496" y="23360"/>
                  </a:cubicBezTo>
                  <a:lnTo>
                    <a:pt x="1867496" y="864649"/>
                  </a:lnTo>
                  <a:cubicBezTo>
                    <a:pt x="1867496" y="877550"/>
                    <a:pt x="1857037" y="888009"/>
                    <a:pt x="1844136" y="888009"/>
                  </a:cubicBezTo>
                  <a:lnTo>
                    <a:pt x="23360" y="888009"/>
                  </a:lnTo>
                  <a:cubicBezTo>
                    <a:pt x="17165" y="888009"/>
                    <a:pt x="11223" y="885548"/>
                    <a:pt x="6842" y="881167"/>
                  </a:cubicBezTo>
                  <a:cubicBezTo>
                    <a:pt x="2461" y="876786"/>
                    <a:pt x="0" y="870844"/>
                    <a:pt x="0" y="864649"/>
                  </a:cubicBezTo>
                  <a:lnTo>
                    <a:pt x="0" y="23360"/>
                  </a:lnTo>
                  <a:cubicBezTo>
                    <a:pt x="0" y="10459"/>
                    <a:pt x="10459" y="0"/>
                    <a:pt x="23360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867496" cy="8880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534116" y="2622300"/>
            <a:ext cx="5050274" cy="446751"/>
            <a:chOff x="0" y="0"/>
            <a:chExt cx="6733699" cy="595667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2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172479" y="-10909"/>
              <a:ext cx="4561220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 SEPTIEMBRE - 19 NOVIEMBRE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283753" y="3145251"/>
            <a:ext cx="5300638" cy="214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 DE AUTENTICACIÓN.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CRUD DE LAS GESTIONES PRINCIPALES.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PERFILES, PERMISOS, FIRMA ELECTRÓNICA.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ADECUACIÓN DE FILTROS.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GENERACIÓN DE ARCHIVOS DIGITALIZADOS.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7775" y="441767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355953">
            <a:off x="7003660" y="5687264"/>
            <a:ext cx="13568203" cy="4367543"/>
          </a:xfrm>
          <a:custGeom>
            <a:avLst/>
            <a:gdLst/>
            <a:ahLst/>
            <a:cxnLst/>
            <a:rect r="r" b="b" t="t" l="l"/>
            <a:pathLst>
              <a:path h="4367543" w="13568203">
                <a:moveTo>
                  <a:pt x="0" y="0"/>
                </a:moveTo>
                <a:lnTo>
                  <a:pt x="13568204" y="0"/>
                </a:lnTo>
                <a:lnTo>
                  <a:pt x="13568204" y="4367542"/>
                </a:lnTo>
                <a:lnTo>
                  <a:pt x="0" y="4367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25809" y="170917"/>
            <a:ext cx="1527026" cy="15270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93998" y="353500"/>
            <a:ext cx="791517" cy="1161860"/>
          </a:xfrm>
          <a:custGeom>
            <a:avLst/>
            <a:gdLst/>
            <a:ahLst/>
            <a:cxnLst/>
            <a:rect r="r" b="b" t="t" l="l"/>
            <a:pathLst>
              <a:path h="1161860" w="791517">
                <a:moveTo>
                  <a:pt x="0" y="0"/>
                </a:moveTo>
                <a:lnTo>
                  <a:pt x="791517" y="0"/>
                </a:lnTo>
                <a:lnTo>
                  <a:pt x="791517" y="1161860"/>
                </a:lnTo>
                <a:lnTo>
                  <a:pt x="0" y="1161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83080" y="1886528"/>
            <a:ext cx="15509076" cy="7671572"/>
            <a:chOff x="0" y="0"/>
            <a:chExt cx="3507620" cy="17350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07620" cy="1735046"/>
            </a:xfrm>
            <a:custGeom>
              <a:avLst/>
              <a:gdLst/>
              <a:ahLst/>
              <a:cxnLst/>
              <a:rect r="r" b="b" t="t" l="l"/>
              <a:pathLst>
                <a:path h="1735046" w="3507620">
                  <a:moveTo>
                    <a:pt x="25459" y="0"/>
                  </a:moveTo>
                  <a:lnTo>
                    <a:pt x="3482162" y="0"/>
                  </a:lnTo>
                  <a:cubicBezTo>
                    <a:pt x="3496222" y="0"/>
                    <a:pt x="3507620" y="11398"/>
                    <a:pt x="3507620" y="25459"/>
                  </a:cubicBezTo>
                  <a:lnTo>
                    <a:pt x="3507620" y="1709588"/>
                  </a:lnTo>
                  <a:cubicBezTo>
                    <a:pt x="3507620" y="1723648"/>
                    <a:pt x="3496222" y="1735046"/>
                    <a:pt x="3482162" y="1735046"/>
                  </a:cubicBezTo>
                  <a:lnTo>
                    <a:pt x="25459" y="1735046"/>
                  </a:lnTo>
                  <a:cubicBezTo>
                    <a:pt x="11398" y="1735046"/>
                    <a:pt x="0" y="1723648"/>
                    <a:pt x="0" y="1709588"/>
                  </a:cubicBezTo>
                  <a:lnTo>
                    <a:pt x="0" y="25459"/>
                  </a:lnTo>
                  <a:cubicBezTo>
                    <a:pt x="0" y="11398"/>
                    <a:pt x="11398" y="0"/>
                    <a:pt x="25459" y="0"/>
                  </a:cubicBezTo>
                  <a:close/>
                </a:path>
              </a:pathLst>
            </a:custGeom>
            <a:solidFill>
              <a:srgbClr val="F6F4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507620" cy="1735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39241" y="4257573"/>
            <a:ext cx="3154757" cy="4218798"/>
            <a:chOff x="0" y="0"/>
            <a:chExt cx="713498" cy="954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498" cy="954147"/>
            </a:xfrm>
            <a:custGeom>
              <a:avLst/>
              <a:gdLst/>
              <a:ahLst/>
              <a:cxnLst/>
              <a:rect r="r" b="b" t="t" l="l"/>
              <a:pathLst>
                <a:path h="954147" w="713498">
                  <a:moveTo>
                    <a:pt x="125156" y="0"/>
                  </a:moveTo>
                  <a:lnTo>
                    <a:pt x="588341" y="0"/>
                  </a:lnTo>
                  <a:cubicBezTo>
                    <a:pt x="621535" y="0"/>
                    <a:pt x="653369" y="13186"/>
                    <a:pt x="676840" y="36657"/>
                  </a:cubicBezTo>
                  <a:cubicBezTo>
                    <a:pt x="700312" y="60129"/>
                    <a:pt x="713498" y="91963"/>
                    <a:pt x="713498" y="125156"/>
                  </a:cubicBezTo>
                  <a:lnTo>
                    <a:pt x="713498" y="828991"/>
                  </a:lnTo>
                  <a:cubicBezTo>
                    <a:pt x="713498" y="898113"/>
                    <a:pt x="657463" y="954147"/>
                    <a:pt x="588341" y="954147"/>
                  </a:cubicBezTo>
                  <a:lnTo>
                    <a:pt x="125156" y="954147"/>
                  </a:lnTo>
                  <a:cubicBezTo>
                    <a:pt x="56034" y="954147"/>
                    <a:pt x="0" y="898113"/>
                    <a:pt x="0" y="828991"/>
                  </a:cubicBezTo>
                  <a:lnTo>
                    <a:pt x="0" y="125156"/>
                  </a:lnTo>
                  <a:cubicBezTo>
                    <a:pt x="0" y="56034"/>
                    <a:pt x="56034" y="0"/>
                    <a:pt x="125156" y="0"/>
                  </a:cubicBezTo>
                  <a:close/>
                </a:path>
              </a:pathLst>
            </a:custGeom>
            <a:solidFill>
              <a:srgbClr val="FFFFFF">
                <a:alpha val="92941"/>
              </a:srgbClr>
            </a:solidFill>
            <a:ln w="38100" cap="rnd">
              <a:solidFill>
                <a:srgbClr val="000000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13498" cy="95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82307" y="2604703"/>
            <a:ext cx="7514768" cy="5871669"/>
            <a:chOff x="0" y="0"/>
            <a:chExt cx="1699583" cy="13279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9582" cy="1327970"/>
            </a:xfrm>
            <a:custGeom>
              <a:avLst/>
              <a:gdLst/>
              <a:ahLst/>
              <a:cxnLst/>
              <a:rect r="r" b="b" t="t" l="l"/>
              <a:pathLst>
                <a:path h="1327970" w="1699582">
                  <a:moveTo>
                    <a:pt x="52542" y="0"/>
                  </a:moveTo>
                  <a:lnTo>
                    <a:pt x="1647041" y="0"/>
                  </a:lnTo>
                  <a:cubicBezTo>
                    <a:pt x="1660976" y="0"/>
                    <a:pt x="1674340" y="5536"/>
                    <a:pt x="1684194" y="15389"/>
                  </a:cubicBezTo>
                  <a:cubicBezTo>
                    <a:pt x="1694047" y="25243"/>
                    <a:pt x="1699582" y="38607"/>
                    <a:pt x="1699582" y="52542"/>
                  </a:cubicBezTo>
                  <a:lnTo>
                    <a:pt x="1699582" y="1275428"/>
                  </a:lnTo>
                  <a:cubicBezTo>
                    <a:pt x="1699582" y="1289363"/>
                    <a:pt x="1694047" y="1302727"/>
                    <a:pt x="1684194" y="1312581"/>
                  </a:cubicBezTo>
                  <a:cubicBezTo>
                    <a:pt x="1674340" y="1322434"/>
                    <a:pt x="1660976" y="1327970"/>
                    <a:pt x="1647041" y="1327970"/>
                  </a:cubicBezTo>
                  <a:lnTo>
                    <a:pt x="52542" y="1327970"/>
                  </a:lnTo>
                  <a:cubicBezTo>
                    <a:pt x="23524" y="1327970"/>
                    <a:pt x="0" y="1304446"/>
                    <a:pt x="0" y="1275428"/>
                  </a:cubicBezTo>
                  <a:lnTo>
                    <a:pt x="0" y="52542"/>
                  </a:lnTo>
                  <a:cubicBezTo>
                    <a:pt x="0" y="38607"/>
                    <a:pt x="5536" y="25243"/>
                    <a:pt x="15389" y="15389"/>
                  </a:cubicBezTo>
                  <a:cubicBezTo>
                    <a:pt x="25243" y="5536"/>
                    <a:pt x="38607" y="0"/>
                    <a:pt x="52542" y="0"/>
                  </a:cubicBezTo>
                  <a:close/>
                </a:path>
              </a:pathLst>
            </a:custGeom>
            <a:solidFill>
              <a:srgbClr val="FADDB5">
                <a:alpha val="92941"/>
              </a:srgbClr>
            </a:solidFill>
            <a:ln w="38100" cap="rnd">
              <a:solidFill>
                <a:srgbClr val="000000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699583" cy="1327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364944" y="3524417"/>
            <a:ext cx="1799382" cy="3769648"/>
            <a:chOff x="0" y="0"/>
            <a:chExt cx="633885" cy="1327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3885" cy="1327970"/>
            </a:xfrm>
            <a:custGeom>
              <a:avLst/>
              <a:gdLst/>
              <a:ahLst/>
              <a:cxnLst/>
              <a:rect r="r" b="b" t="t" l="l"/>
              <a:pathLst>
                <a:path h="1327970" w="633885">
                  <a:moveTo>
                    <a:pt x="219430" y="0"/>
                  </a:moveTo>
                  <a:lnTo>
                    <a:pt x="414456" y="0"/>
                  </a:lnTo>
                  <a:cubicBezTo>
                    <a:pt x="472652" y="0"/>
                    <a:pt x="528465" y="23118"/>
                    <a:pt x="569616" y="64269"/>
                  </a:cubicBezTo>
                  <a:cubicBezTo>
                    <a:pt x="610767" y="105421"/>
                    <a:pt x="633885" y="161233"/>
                    <a:pt x="633885" y="219430"/>
                  </a:cubicBezTo>
                  <a:lnTo>
                    <a:pt x="633885" y="1108540"/>
                  </a:lnTo>
                  <a:cubicBezTo>
                    <a:pt x="633885" y="1166736"/>
                    <a:pt x="610767" y="1222549"/>
                    <a:pt x="569616" y="1263700"/>
                  </a:cubicBezTo>
                  <a:cubicBezTo>
                    <a:pt x="528465" y="1304851"/>
                    <a:pt x="472652" y="1327970"/>
                    <a:pt x="414456" y="1327970"/>
                  </a:cubicBezTo>
                  <a:lnTo>
                    <a:pt x="219430" y="1327970"/>
                  </a:lnTo>
                  <a:cubicBezTo>
                    <a:pt x="161233" y="1327970"/>
                    <a:pt x="105421" y="1304851"/>
                    <a:pt x="64269" y="1263700"/>
                  </a:cubicBezTo>
                  <a:cubicBezTo>
                    <a:pt x="23118" y="1222549"/>
                    <a:pt x="0" y="1166736"/>
                    <a:pt x="0" y="1108540"/>
                  </a:cubicBezTo>
                  <a:lnTo>
                    <a:pt x="0" y="219430"/>
                  </a:lnTo>
                  <a:cubicBezTo>
                    <a:pt x="0" y="161233"/>
                    <a:pt x="23118" y="105421"/>
                    <a:pt x="64269" y="64269"/>
                  </a:cubicBezTo>
                  <a:cubicBezTo>
                    <a:pt x="105421" y="23118"/>
                    <a:pt x="161233" y="0"/>
                    <a:pt x="219430" y="0"/>
                  </a:cubicBezTo>
                  <a:close/>
                </a:path>
              </a:pathLst>
            </a:custGeom>
            <a:solidFill>
              <a:srgbClr val="E7E9FA">
                <a:alpha val="92941"/>
              </a:srgbClr>
            </a:solidFill>
            <a:ln w="38100" cap="rnd">
              <a:solidFill>
                <a:srgbClr val="000000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33885" cy="1327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353753" y="5261442"/>
            <a:ext cx="1731551" cy="1913143"/>
          </a:xfrm>
          <a:custGeom>
            <a:avLst/>
            <a:gdLst/>
            <a:ahLst/>
            <a:cxnLst/>
            <a:rect r="r" b="b" t="t" l="l"/>
            <a:pathLst>
              <a:path h="1913143" w="1731551">
                <a:moveTo>
                  <a:pt x="0" y="0"/>
                </a:moveTo>
                <a:lnTo>
                  <a:pt x="1731551" y="0"/>
                </a:lnTo>
                <a:lnTo>
                  <a:pt x="1731551" y="1913143"/>
                </a:lnTo>
                <a:lnTo>
                  <a:pt x="0" y="19131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41" t="0" r="-3146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26054" y="6924640"/>
            <a:ext cx="1772906" cy="915464"/>
          </a:xfrm>
          <a:custGeom>
            <a:avLst/>
            <a:gdLst/>
            <a:ahLst/>
            <a:cxnLst/>
            <a:rect r="r" b="b" t="t" l="l"/>
            <a:pathLst>
              <a:path h="915464" w="1772906">
                <a:moveTo>
                  <a:pt x="0" y="0"/>
                </a:moveTo>
                <a:lnTo>
                  <a:pt x="1772905" y="0"/>
                </a:lnTo>
                <a:lnTo>
                  <a:pt x="1772905" y="915464"/>
                </a:lnTo>
                <a:lnTo>
                  <a:pt x="0" y="915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173273" y="3321348"/>
            <a:ext cx="970727" cy="1119286"/>
          </a:xfrm>
          <a:custGeom>
            <a:avLst/>
            <a:gdLst/>
            <a:ahLst/>
            <a:cxnLst/>
            <a:rect r="r" b="b" t="t" l="l"/>
            <a:pathLst>
              <a:path h="1119286" w="970727">
                <a:moveTo>
                  <a:pt x="0" y="0"/>
                </a:moveTo>
                <a:lnTo>
                  <a:pt x="970727" y="0"/>
                </a:lnTo>
                <a:lnTo>
                  <a:pt x="970727" y="1119286"/>
                </a:lnTo>
                <a:lnTo>
                  <a:pt x="0" y="11192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 flipV="true">
            <a:off x="6912507" y="4065565"/>
            <a:ext cx="1099967" cy="25896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 flipV="true">
            <a:off x="4411509" y="3695731"/>
            <a:ext cx="3600965" cy="24557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4411509" y="6303895"/>
            <a:ext cx="2251680" cy="35133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 flipV="true">
            <a:off x="8012474" y="5877370"/>
            <a:ext cx="927512" cy="12972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>
            <a:off x="9246114" y="3900041"/>
            <a:ext cx="15209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4996003" y="4444265"/>
            <a:ext cx="537264" cy="689905"/>
            <a:chOff x="0" y="0"/>
            <a:chExt cx="716351" cy="9198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6351" cy="919873"/>
            </a:xfrm>
            <a:custGeom>
              <a:avLst/>
              <a:gdLst/>
              <a:ahLst/>
              <a:cxnLst/>
              <a:rect r="r" b="b" t="t" l="l"/>
              <a:pathLst>
                <a:path h="919873" w="716351">
                  <a:moveTo>
                    <a:pt x="0" y="0"/>
                  </a:moveTo>
                  <a:lnTo>
                    <a:pt x="716351" y="0"/>
                  </a:lnTo>
                  <a:lnTo>
                    <a:pt x="716351" y="919873"/>
                  </a:lnTo>
                  <a:lnTo>
                    <a:pt x="0" y="919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69400" y="105123"/>
              <a:ext cx="377552" cy="300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93"/>
                </a:lnSpc>
                <a:spcBef>
                  <a:spcPct val="0"/>
                </a:spcBef>
              </a:pPr>
              <a:r>
                <a:rPr lang="en-US" b="true" sz="135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4741082" y="5480131"/>
            <a:ext cx="886842" cy="886842"/>
          </a:xfrm>
          <a:custGeom>
            <a:avLst/>
            <a:gdLst/>
            <a:ahLst/>
            <a:cxnLst/>
            <a:rect r="r" b="b" t="t" l="l"/>
            <a:pathLst>
              <a:path h="886842" w="886842">
                <a:moveTo>
                  <a:pt x="0" y="0"/>
                </a:moveTo>
                <a:lnTo>
                  <a:pt x="886842" y="0"/>
                </a:lnTo>
                <a:lnTo>
                  <a:pt x="886842" y="886841"/>
                </a:lnTo>
                <a:lnTo>
                  <a:pt x="0" y="8868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803398" y="3367078"/>
            <a:ext cx="1590673" cy="1065925"/>
          </a:xfrm>
          <a:custGeom>
            <a:avLst/>
            <a:gdLst/>
            <a:ahLst/>
            <a:cxnLst/>
            <a:rect r="r" b="b" t="t" l="l"/>
            <a:pathLst>
              <a:path h="1065925" w="1590673">
                <a:moveTo>
                  <a:pt x="0" y="0"/>
                </a:moveTo>
                <a:lnTo>
                  <a:pt x="1590674" y="0"/>
                </a:lnTo>
                <a:lnTo>
                  <a:pt x="1590674" y="1065926"/>
                </a:lnTo>
                <a:lnTo>
                  <a:pt x="0" y="10659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4558" t="0" r="-15634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0429837" y="7422867"/>
            <a:ext cx="1895713" cy="798984"/>
            <a:chOff x="0" y="0"/>
            <a:chExt cx="2527617" cy="1065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27617" cy="777242"/>
            </a:xfrm>
            <a:custGeom>
              <a:avLst/>
              <a:gdLst/>
              <a:ahLst/>
              <a:cxnLst/>
              <a:rect r="r" b="b" t="t" l="l"/>
              <a:pathLst>
                <a:path h="777242" w="2527617">
                  <a:moveTo>
                    <a:pt x="0" y="0"/>
                  </a:moveTo>
                  <a:lnTo>
                    <a:pt x="2527617" y="0"/>
                  </a:lnTo>
                  <a:lnTo>
                    <a:pt x="2527617" y="777242"/>
                  </a:lnTo>
                  <a:lnTo>
                    <a:pt x="0" y="777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1002458" y="764784"/>
              <a:ext cx="612992" cy="300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9"/>
                </a:lnSpc>
                <a:spcBef>
                  <a:spcPct val="0"/>
                </a:spcBef>
              </a:pPr>
              <a:r>
                <a:rPr lang="en-US" b="true" sz="129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VISTA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7110835" y="5022705"/>
            <a:ext cx="7130413" cy="16325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>
            <a:off x="8012474" y="7534772"/>
            <a:ext cx="2247753" cy="2537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0" id="40"/>
          <p:cNvGrpSpPr/>
          <p:nvPr/>
        </p:nvGrpSpPr>
        <p:grpSpPr>
          <a:xfrm rot="0">
            <a:off x="8969370" y="5389293"/>
            <a:ext cx="3226501" cy="897798"/>
            <a:chOff x="0" y="0"/>
            <a:chExt cx="4302002" cy="1197064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302002" cy="1197064"/>
              <a:chOff x="0" y="0"/>
              <a:chExt cx="729724" cy="20305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729724" cy="203051"/>
              </a:xfrm>
              <a:custGeom>
                <a:avLst/>
                <a:gdLst/>
                <a:ahLst/>
                <a:cxnLst/>
                <a:rect r="r" b="b" t="t" l="l"/>
                <a:pathLst>
                  <a:path h="203051" w="729724">
                    <a:moveTo>
                      <a:pt x="55188" y="0"/>
                    </a:moveTo>
                    <a:lnTo>
                      <a:pt x="674536" y="0"/>
                    </a:lnTo>
                    <a:cubicBezTo>
                      <a:pt x="705015" y="0"/>
                      <a:pt x="729724" y="24709"/>
                      <a:pt x="729724" y="55188"/>
                    </a:cubicBezTo>
                    <a:lnTo>
                      <a:pt x="729724" y="147863"/>
                    </a:lnTo>
                    <a:cubicBezTo>
                      <a:pt x="729724" y="162500"/>
                      <a:pt x="723909" y="176537"/>
                      <a:pt x="713560" y="186887"/>
                    </a:cubicBezTo>
                    <a:cubicBezTo>
                      <a:pt x="703210" y="197237"/>
                      <a:pt x="689173" y="203051"/>
                      <a:pt x="674536" y="203051"/>
                    </a:cubicBezTo>
                    <a:lnTo>
                      <a:pt x="55188" y="203051"/>
                    </a:lnTo>
                    <a:cubicBezTo>
                      <a:pt x="24709" y="203051"/>
                      <a:pt x="0" y="178343"/>
                      <a:pt x="0" y="147863"/>
                    </a:cubicBezTo>
                    <a:lnTo>
                      <a:pt x="0" y="55188"/>
                    </a:lnTo>
                    <a:cubicBezTo>
                      <a:pt x="0" y="24709"/>
                      <a:pt x="24709" y="0"/>
                      <a:pt x="55188" y="0"/>
                    </a:cubicBezTo>
                    <a:close/>
                  </a:path>
                </a:pathLst>
              </a:custGeom>
              <a:solidFill>
                <a:srgbClr val="FFCDBE">
                  <a:alpha val="92941"/>
                </a:srgbClr>
              </a:solidFill>
              <a:ln w="38100" cap="rnd">
                <a:solidFill>
                  <a:srgbClr val="000000">
                    <a:alpha val="92941"/>
                  </a:srgbClr>
                </a:solidFill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0"/>
                <a:ext cx="729724" cy="203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0">
              <a:off x="152458" y="135093"/>
              <a:ext cx="850351" cy="850351"/>
            </a:xfrm>
            <a:custGeom>
              <a:avLst/>
              <a:gdLst/>
              <a:ahLst/>
              <a:cxnLst/>
              <a:rect r="r" b="b" t="t" l="l"/>
              <a:pathLst>
                <a:path h="850351" w="850351">
                  <a:moveTo>
                    <a:pt x="0" y="0"/>
                  </a:moveTo>
                  <a:lnTo>
                    <a:pt x="850351" y="0"/>
                  </a:lnTo>
                  <a:lnTo>
                    <a:pt x="850351" y="850351"/>
                  </a:lnTo>
                  <a:lnTo>
                    <a:pt x="0" y="850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 rot="0">
              <a:off x="1096776" y="177849"/>
              <a:ext cx="3051175" cy="78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58"/>
                </a:lnSpc>
              </a:pPr>
              <a:r>
                <a:rPr lang="en-US" b="true" sz="175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 INTERNA DE </a:t>
              </a:r>
            </a:p>
            <a:p>
              <a:pPr algn="just" marL="0" indent="0" lvl="0">
                <a:lnSpc>
                  <a:spcPts val="2458"/>
                </a:lnSpc>
                <a:spcBef>
                  <a:spcPct val="0"/>
                </a:spcBef>
              </a:pPr>
              <a:r>
                <a:rPr lang="en-US" b="true" sz="175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FIRMA ELECTRÓNICA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12315292" y="5857242"/>
            <a:ext cx="19259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9246114" y="6744166"/>
            <a:ext cx="795081" cy="943496"/>
          </a:xfrm>
          <a:custGeom>
            <a:avLst/>
            <a:gdLst/>
            <a:ahLst/>
            <a:cxnLst/>
            <a:rect r="r" b="b" t="t" l="l"/>
            <a:pathLst>
              <a:path h="943496" w="795081">
                <a:moveTo>
                  <a:pt x="0" y="0"/>
                </a:moveTo>
                <a:lnTo>
                  <a:pt x="795081" y="0"/>
                </a:lnTo>
                <a:lnTo>
                  <a:pt x="795081" y="943496"/>
                </a:lnTo>
                <a:lnTo>
                  <a:pt x="0" y="943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AutoShape 48" id="48"/>
          <p:cNvSpPr/>
          <p:nvPr/>
        </p:nvSpPr>
        <p:spPr>
          <a:xfrm>
            <a:off x="8006392" y="7363322"/>
            <a:ext cx="11376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0745754" y="6650882"/>
            <a:ext cx="1141131" cy="643183"/>
          </a:xfrm>
          <a:custGeom>
            <a:avLst/>
            <a:gdLst/>
            <a:ahLst/>
            <a:cxnLst/>
            <a:rect r="r" b="b" t="t" l="l"/>
            <a:pathLst>
              <a:path h="643183" w="1141131">
                <a:moveTo>
                  <a:pt x="0" y="0"/>
                </a:moveTo>
                <a:lnTo>
                  <a:pt x="1141132" y="0"/>
                </a:lnTo>
                <a:lnTo>
                  <a:pt x="1141132" y="643183"/>
                </a:lnTo>
                <a:lnTo>
                  <a:pt x="0" y="6431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2094651" y="4514202"/>
            <a:ext cx="2316858" cy="2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b="true" sz="179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OPERATIVO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62637" y="4493196"/>
            <a:ext cx="981363" cy="29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75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745754" y="4493196"/>
            <a:ext cx="1705961" cy="29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75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6782" y="346517"/>
            <a:ext cx="42447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094651" y="7246440"/>
            <a:ext cx="2249754" cy="38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8"/>
              </a:lnSpc>
              <a:spcBef>
                <a:spcPct val="0"/>
              </a:spcBef>
            </a:pPr>
            <a:r>
              <a:rPr lang="en-US" b="true" sz="22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Linux Debian 11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501353" y="2847401"/>
            <a:ext cx="1527459" cy="2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b="true" sz="179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MVC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656317" y="3731638"/>
            <a:ext cx="1216635" cy="39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4"/>
              </a:lnSpc>
            </a:pPr>
            <a:r>
              <a:rPr lang="en-US" b="true" sz="115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INTEGRACIONES </a:t>
            </a:r>
          </a:p>
          <a:p>
            <a:pPr algn="ctr">
              <a:lnSpc>
                <a:spcPts val="1614"/>
              </a:lnSpc>
            </a:pPr>
            <a:r>
              <a:rPr lang="en-US" b="true" sz="115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EXTERNAS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978552" y="7925829"/>
            <a:ext cx="1724661" cy="29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75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CONTROLADOR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866477" y="6338397"/>
            <a:ext cx="535251" cy="2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3"/>
              </a:lnSpc>
              <a:spcBef>
                <a:spcPct val="0"/>
              </a:spcBef>
            </a:pPr>
            <a:r>
              <a:rPr lang="en-US" b="true" sz="125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 QR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913857" y="5124450"/>
            <a:ext cx="541292" cy="14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"/>
              </a:lnSpc>
              <a:spcBef>
                <a:spcPct val="0"/>
              </a:spcBef>
            </a:pPr>
            <a:r>
              <a:rPr lang="en-US" b="true" sz="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 CLIMA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8250" y="536038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10699">
            <a:off x="2842672" y="4160999"/>
            <a:ext cx="17432375" cy="5611402"/>
          </a:xfrm>
          <a:custGeom>
            <a:avLst/>
            <a:gdLst/>
            <a:ahLst/>
            <a:cxnLst/>
            <a:rect r="r" b="b" t="t" l="l"/>
            <a:pathLst>
              <a:path h="5611402" w="17432375">
                <a:moveTo>
                  <a:pt x="0" y="0"/>
                </a:moveTo>
                <a:lnTo>
                  <a:pt x="17432375" y="0"/>
                </a:lnTo>
                <a:lnTo>
                  <a:pt x="17432375" y="5611402"/>
                </a:lnTo>
                <a:lnTo>
                  <a:pt x="0" y="5611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35334" y="265187"/>
            <a:ext cx="1527026" cy="15270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755782" y="536038"/>
            <a:ext cx="1086129" cy="938144"/>
          </a:xfrm>
          <a:custGeom>
            <a:avLst/>
            <a:gdLst/>
            <a:ahLst/>
            <a:cxnLst/>
            <a:rect r="r" b="b" t="t" l="l"/>
            <a:pathLst>
              <a:path h="938144" w="1086129">
                <a:moveTo>
                  <a:pt x="0" y="0"/>
                </a:moveTo>
                <a:lnTo>
                  <a:pt x="1086130" y="0"/>
                </a:lnTo>
                <a:lnTo>
                  <a:pt x="1086130" y="938144"/>
                </a:lnTo>
                <a:lnTo>
                  <a:pt x="0" y="938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33598" y="2202074"/>
            <a:ext cx="2533896" cy="2851078"/>
          </a:xfrm>
          <a:custGeom>
            <a:avLst/>
            <a:gdLst/>
            <a:ahLst/>
            <a:cxnLst/>
            <a:rect r="r" b="b" t="t" l="l"/>
            <a:pathLst>
              <a:path h="2851078" w="2533896">
                <a:moveTo>
                  <a:pt x="0" y="0"/>
                </a:moveTo>
                <a:lnTo>
                  <a:pt x="2533895" y="0"/>
                </a:lnTo>
                <a:lnTo>
                  <a:pt x="2533895" y="2851078"/>
                </a:lnTo>
                <a:lnTo>
                  <a:pt x="0" y="28510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9178" y="544513"/>
            <a:ext cx="258038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272143" y="2202074"/>
            <a:ext cx="2430623" cy="2851078"/>
          </a:xfrm>
          <a:custGeom>
            <a:avLst/>
            <a:gdLst/>
            <a:ahLst/>
            <a:cxnLst/>
            <a:rect r="r" b="b" t="t" l="l"/>
            <a:pathLst>
              <a:path h="2851078" w="2430623">
                <a:moveTo>
                  <a:pt x="0" y="0"/>
                </a:moveTo>
                <a:lnTo>
                  <a:pt x="2430623" y="0"/>
                </a:lnTo>
                <a:lnTo>
                  <a:pt x="2430623" y="2851078"/>
                </a:lnTo>
                <a:lnTo>
                  <a:pt x="0" y="28510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877" t="0" r="-942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5286124"/>
            <a:ext cx="7543691" cy="3972176"/>
            <a:chOff x="0" y="0"/>
            <a:chExt cx="1986816" cy="10461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6816" cy="1046170"/>
            </a:xfrm>
            <a:custGeom>
              <a:avLst/>
              <a:gdLst/>
              <a:ahLst/>
              <a:cxnLst/>
              <a:rect r="r" b="b" t="t" l="l"/>
              <a:pathLst>
                <a:path h="1046170" w="1986816">
                  <a:moveTo>
                    <a:pt x="11289" y="0"/>
                  </a:moveTo>
                  <a:lnTo>
                    <a:pt x="1975527" y="0"/>
                  </a:lnTo>
                  <a:cubicBezTo>
                    <a:pt x="1978521" y="0"/>
                    <a:pt x="1981392" y="1189"/>
                    <a:pt x="1983509" y="3306"/>
                  </a:cubicBezTo>
                  <a:cubicBezTo>
                    <a:pt x="1985626" y="5424"/>
                    <a:pt x="1986816" y="8295"/>
                    <a:pt x="1986816" y="11289"/>
                  </a:cubicBezTo>
                  <a:lnTo>
                    <a:pt x="1986816" y="1034881"/>
                  </a:lnTo>
                  <a:cubicBezTo>
                    <a:pt x="1986816" y="1041116"/>
                    <a:pt x="1981761" y="1046170"/>
                    <a:pt x="1975527" y="1046170"/>
                  </a:cubicBezTo>
                  <a:lnTo>
                    <a:pt x="11289" y="1046170"/>
                  </a:lnTo>
                  <a:cubicBezTo>
                    <a:pt x="5054" y="1046170"/>
                    <a:pt x="0" y="1041116"/>
                    <a:pt x="0" y="1034881"/>
                  </a:cubicBezTo>
                  <a:lnTo>
                    <a:pt x="0" y="11289"/>
                  </a:lnTo>
                  <a:cubicBezTo>
                    <a:pt x="0" y="5054"/>
                    <a:pt x="5054" y="0"/>
                    <a:pt x="11289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986816" cy="104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64100" y="5344795"/>
            <a:ext cx="7408290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Validación del Login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Ingresar usuario y contraseña correctos/incorrectos y verificar si el sistema permite o rechaza el acceso.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Generación de una Minuta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Cargar los datos de una reunión y comprobar que el sistema genera correctamente el </a:t>
            </a: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PDF final sin errores visibles.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Firma Electrónica del Documento</a:t>
            </a:r>
          </a:p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Enviar un documento para firma y verificar que se descargue el archivo firmado y con el código validador operativo.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07005" y="7633450"/>
            <a:ext cx="258038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715609" y="5286124"/>
            <a:ext cx="7543691" cy="3972176"/>
            <a:chOff x="0" y="0"/>
            <a:chExt cx="1986816" cy="10461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86816" cy="1046170"/>
            </a:xfrm>
            <a:custGeom>
              <a:avLst/>
              <a:gdLst/>
              <a:ahLst/>
              <a:cxnLst/>
              <a:rect r="r" b="b" t="t" l="l"/>
              <a:pathLst>
                <a:path h="1046170" w="1986816">
                  <a:moveTo>
                    <a:pt x="11289" y="0"/>
                  </a:moveTo>
                  <a:lnTo>
                    <a:pt x="1975527" y="0"/>
                  </a:lnTo>
                  <a:cubicBezTo>
                    <a:pt x="1978521" y="0"/>
                    <a:pt x="1981392" y="1189"/>
                    <a:pt x="1983509" y="3306"/>
                  </a:cubicBezTo>
                  <a:cubicBezTo>
                    <a:pt x="1985626" y="5424"/>
                    <a:pt x="1986816" y="8295"/>
                    <a:pt x="1986816" y="11289"/>
                  </a:cubicBezTo>
                  <a:lnTo>
                    <a:pt x="1986816" y="1034881"/>
                  </a:lnTo>
                  <a:cubicBezTo>
                    <a:pt x="1986816" y="1041116"/>
                    <a:pt x="1981761" y="1046170"/>
                    <a:pt x="1975527" y="1046170"/>
                  </a:cubicBezTo>
                  <a:lnTo>
                    <a:pt x="11289" y="1046170"/>
                  </a:lnTo>
                  <a:cubicBezTo>
                    <a:pt x="5054" y="1046170"/>
                    <a:pt x="0" y="1041116"/>
                    <a:pt x="0" y="1034881"/>
                  </a:cubicBezTo>
                  <a:lnTo>
                    <a:pt x="0" y="11289"/>
                  </a:lnTo>
                  <a:cubicBezTo>
                    <a:pt x="0" y="5054"/>
                    <a:pt x="5054" y="0"/>
                    <a:pt x="11289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986816" cy="104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51010" y="5344795"/>
            <a:ext cx="7408290" cy="332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Revisión de la lógica del Controlador del Login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nalizar el código que valida credenciales y redirige según el perfil del usuario.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Análisis de la función que arma la estructura del PDF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Revisar paso a paso cómo el código construye la minuta.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Verificación interna de la API de Firma Electrónica</a:t>
            </a:r>
          </a:p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Evaluar el flujo interno: recepción del documento, encriptado, integración con librerías Composer.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99873">
            <a:off x="-2360410" y="-1037504"/>
            <a:ext cx="21189973" cy="7166188"/>
          </a:xfrm>
          <a:custGeom>
            <a:avLst/>
            <a:gdLst/>
            <a:ahLst/>
            <a:cxnLst/>
            <a:rect r="r" b="b" t="t" l="l"/>
            <a:pathLst>
              <a:path h="7166188" w="21189973">
                <a:moveTo>
                  <a:pt x="0" y="0"/>
                </a:moveTo>
                <a:lnTo>
                  <a:pt x="21189974" y="0"/>
                </a:lnTo>
                <a:lnTo>
                  <a:pt x="21189974" y="7166188"/>
                </a:lnTo>
                <a:lnTo>
                  <a:pt x="0" y="716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4780" y="805923"/>
            <a:ext cx="5561006" cy="792054"/>
            <a:chOff x="0" y="0"/>
            <a:chExt cx="1464627" cy="208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627" cy="208607"/>
            </a:xfrm>
            <a:custGeom>
              <a:avLst/>
              <a:gdLst/>
              <a:ahLst/>
              <a:cxnLst/>
              <a:rect r="r" b="b" t="t" l="l"/>
              <a:pathLst>
                <a:path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73363" y="456016"/>
            <a:ext cx="1491866" cy="14918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62558" y="645211"/>
            <a:ext cx="1113476" cy="1113476"/>
          </a:xfrm>
          <a:custGeom>
            <a:avLst/>
            <a:gdLst/>
            <a:ahLst/>
            <a:cxnLst/>
            <a:rect r="r" b="b" t="t" l="l"/>
            <a:pathLst>
              <a:path h="1113476" w="1113476">
                <a:moveTo>
                  <a:pt x="0" y="0"/>
                </a:moveTo>
                <a:lnTo>
                  <a:pt x="1113476" y="0"/>
                </a:lnTo>
                <a:lnTo>
                  <a:pt x="1113476" y="1113477"/>
                </a:lnTo>
                <a:lnTo>
                  <a:pt x="0" y="1113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80005" y="2104142"/>
            <a:ext cx="14727990" cy="7432955"/>
          </a:xfrm>
          <a:custGeom>
            <a:avLst/>
            <a:gdLst/>
            <a:ahLst/>
            <a:cxnLst/>
            <a:rect r="r" b="b" t="t" l="l"/>
            <a:pathLst>
              <a:path h="7432955" w="14727990">
                <a:moveTo>
                  <a:pt x="0" y="0"/>
                </a:moveTo>
                <a:lnTo>
                  <a:pt x="14727990" y="0"/>
                </a:lnTo>
                <a:lnTo>
                  <a:pt x="14727990" y="7432955"/>
                </a:lnTo>
                <a:lnTo>
                  <a:pt x="0" y="7432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2" t="0" r="-9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02578" y="7997957"/>
            <a:ext cx="1202107" cy="939146"/>
          </a:xfrm>
          <a:custGeom>
            <a:avLst/>
            <a:gdLst/>
            <a:ahLst/>
            <a:cxnLst/>
            <a:rect r="r" b="b" t="t" l="l"/>
            <a:pathLst>
              <a:path h="939146" w="1202107">
                <a:moveTo>
                  <a:pt x="0" y="0"/>
                </a:moveTo>
                <a:lnTo>
                  <a:pt x="1202107" y="0"/>
                </a:lnTo>
                <a:lnTo>
                  <a:pt x="1202107" y="939145"/>
                </a:lnTo>
                <a:lnTo>
                  <a:pt x="0" y="9391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7989" y="701148"/>
            <a:ext cx="445546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Demostración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DAFeq8hiLF8</dc:identifier>
  <dcterms:modified xsi:type="dcterms:W3CDTF">2011-08-01T06:04:30Z</dcterms:modified>
  <cp:revision>1</cp:revision>
  <dc:title>Presentación Proyecto</dc:title>
</cp:coreProperties>
</file>