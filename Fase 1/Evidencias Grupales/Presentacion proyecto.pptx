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nton" charset="1" panose="00000500000000000000"/>
      <p:regular r:id="rId19"/>
    </p:embeddedFont>
    <p:embeddedFont>
      <p:font typeface="Montserrat Bold" charset="1" panose="00000600000000000000"/>
      <p:regular r:id="rId20"/>
    </p:embeddedFont>
    <p:embeddedFont>
      <p:font typeface="Arimo" charset="1" panose="020B0604020202020204"/>
      <p:regular r:id="rId21"/>
    </p:embeddedFont>
    <p:embeddedFont>
      <p:font typeface="Open Sans Bold" charset="1" panose="020B0806030504020204"/>
      <p:regular r:id="rId22"/>
    </p:embeddedFont>
    <p:embeddedFont>
      <p:font typeface="Open Sans Extra Bold" charset="1" panose="020B0906030804020204"/>
      <p:regular r:id="rId23"/>
    </p:embeddedFont>
    <p:embeddedFont>
      <p:font typeface="Open Sans" charset="1" panose="020B060603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477" r="0" b="-208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4116" y="0"/>
            <a:ext cx="4737502" cy="1182269"/>
          </a:xfrm>
          <a:custGeom>
            <a:avLst/>
            <a:gdLst/>
            <a:ahLst/>
            <a:cxnLst/>
            <a:rect r="r" b="b" t="t" l="l"/>
            <a:pathLst>
              <a:path h="1182269" w="4737502">
                <a:moveTo>
                  <a:pt x="0" y="0"/>
                </a:moveTo>
                <a:lnTo>
                  <a:pt x="4737502" y="0"/>
                </a:lnTo>
                <a:lnTo>
                  <a:pt x="4737502" y="1182269"/>
                </a:lnTo>
                <a:lnTo>
                  <a:pt x="0" y="11822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1674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355463" y="1810563"/>
            <a:ext cx="13577074" cy="7161173"/>
            <a:chOff x="0" y="0"/>
            <a:chExt cx="4952954" cy="26124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52953" cy="2612415"/>
            </a:xfrm>
            <a:custGeom>
              <a:avLst/>
              <a:gdLst/>
              <a:ahLst/>
              <a:cxnLst/>
              <a:rect r="r" b="b" t="t" l="l"/>
              <a:pathLst>
                <a:path h="2612415" w="4952953">
                  <a:moveTo>
                    <a:pt x="0" y="0"/>
                  </a:moveTo>
                  <a:lnTo>
                    <a:pt x="4952953" y="0"/>
                  </a:lnTo>
                  <a:lnTo>
                    <a:pt x="4952953" y="2612415"/>
                  </a:lnTo>
                  <a:lnTo>
                    <a:pt x="0" y="2612415"/>
                  </a:lnTo>
                  <a:close/>
                </a:path>
              </a:pathLst>
            </a:custGeom>
            <a:solidFill>
              <a:srgbClr val="F4F8FF">
                <a:alpha val="72941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3626438" y="0"/>
            <a:ext cx="3632862" cy="1598459"/>
          </a:xfrm>
          <a:custGeom>
            <a:avLst/>
            <a:gdLst/>
            <a:ahLst/>
            <a:cxnLst/>
            <a:rect r="r" b="b" t="t" l="l"/>
            <a:pathLst>
              <a:path h="1598459" w="3632862">
                <a:moveTo>
                  <a:pt x="0" y="0"/>
                </a:moveTo>
                <a:lnTo>
                  <a:pt x="3632862" y="0"/>
                </a:lnTo>
                <a:lnTo>
                  <a:pt x="3632862" y="1598459"/>
                </a:lnTo>
                <a:lnTo>
                  <a:pt x="0" y="15984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22867" y="2593626"/>
            <a:ext cx="12473758" cy="304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5"/>
              </a:lnSpc>
            </a:pPr>
            <a:r>
              <a:rPr lang="en-US" sz="7103" spc="35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PLATAFORMA DE DIGITALIZACIÓN DE COMISIONES DEL CONSEJO REGIONAL DE VALPARAÍSO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72407" y="6501541"/>
            <a:ext cx="3543185" cy="358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3"/>
              </a:lnSpc>
            </a:pPr>
            <a:r>
              <a:rPr lang="en-US" b="true" sz="236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DE TÍTULO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26233" y="7180792"/>
            <a:ext cx="4035535" cy="169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1"/>
              </a:lnSpc>
            </a:pPr>
            <a:r>
              <a:rPr lang="en-US" sz="373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Génesis Contreras</a:t>
            </a:r>
          </a:p>
          <a:p>
            <a:pPr algn="ctr">
              <a:lnSpc>
                <a:spcPts val="4401"/>
              </a:lnSpc>
            </a:pPr>
            <a:r>
              <a:rPr lang="en-US" sz="373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Jorge Sepúlveda</a:t>
            </a:r>
          </a:p>
          <a:p>
            <a:pPr algn="ctr">
              <a:lnSpc>
                <a:spcPts val="4401"/>
              </a:lnSpc>
            </a:pPr>
            <a:r>
              <a:rPr lang="en-US" sz="373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Pedro Vergara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216323">
            <a:off x="-912175" y="3743309"/>
            <a:ext cx="25860033" cy="8745545"/>
          </a:xfrm>
          <a:custGeom>
            <a:avLst/>
            <a:gdLst/>
            <a:ahLst/>
            <a:cxnLst/>
            <a:rect r="r" b="b" t="t" l="l"/>
            <a:pathLst>
              <a:path h="8745545" w="25860033">
                <a:moveTo>
                  <a:pt x="25860033" y="0"/>
                </a:moveTo>
                <a:lnTo>
                  <a:pt x="0" y="0"/>
                </a:lnTo>
                <a:lnTo>
                  <a:pt x="0" y="8745545"/>
                </a:lnTo>
                <a:lnTo>
                  <a:pt x="25860033" y="8745545"/>
                </a:lnTo>
                <a:lnTo>
                  <a:pt x="25860033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87409" y="1128737"/>
            <a:ext cx="5787097" cy="985325"/>
            <a:chOff x="0" y="0"/>
            <a:chExt cx="1524174" cy="2595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254A4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24054" y="1130227"/>
            <a:ext cx="373112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Contenidos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901628" y="557693"/>
            <a:ext cx="8232428" cy="9589606"/>
            <a:chOff x="0" y="0"/>
            <a:chExt cx="2168211" cy="25256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68211" cy="2525657"/>
            </a:xfrm>
            <a:custGeom>
              <a:avLst/>
              <a:gdLst/>
              <a:ahLst/>
              <a:cxnLst/>
              <a:rect r="r" b="b" t="t" l="l"/>
              <a:pathLst>
                <a:path h="2525657" w="2168211">
                  <a:moveTo>
                    <a:pt x="47961" y="0"/>
                  </a:moveTo>
                  <a:lnTo>
                    <a:pt x="2120250" y="0"/>
                  </a:lnTo>
                  <a:cubicBezTo>
                    <a:pt x="2132970" y="0"/>
                    <a:pt x="2145169" y="5053"/>
                    <a:pt x="2154164" y="14048"/>
                  </a:cubicBezTo>
                  <a:cubicBezTo>
                    <a:pt x="2163158" y="23042"/>
                    <a:pt x="2168211" y="35241"/>
                    <a:pt x="2168211" y="47961"/>
                  </a:cubicBezTo>
                  <a:lnTo>
                    <a:pt x="2168211" y="2477696"/>
                  </a:lnTo>
                  <a:cubicBezTo>
                    <a:pt x="2168211" y="2504185"/>
                    <a:pt x="2146739" y="2525657"/>
                    <a:pt x="2120250" y="2525657"/>
                  </a:cubicBezTo>
                  <a:lnTo>
                    <a:pt x="47961" y="2525657"/>
                  </a:lnTo>
                  <a:cubicBezTo>
                    <a:pt x="35241" y="2525657"/>
                    <a:pt x="23042" y="2520604"/>
                    <a:pt x="14048" y="2511610"/>
                  </a:cubicBezTo>
                  <a:cubicBezTo>
                    <a:pt x="5053" y="2502615"/>
                    <a:pt x="0" y="2490416"/>
                    <a:pt x="0" y="2477696"/>
                  </a:cubicBezTo>
                  <a:lnTo>
                    <a:pt x="0" y="47961"/>
                  </a:lnTo>
                  <a:cubicBezTo>
                    <a:pt x="0" y="35241"/>
                    <a:pt x="5053" y="23042"/>
                    <a:pt x="14048" y="14048"/>
                  </a:cubicBezTo>
                  <a:cubicBezTo>
                    <a:pt x="23042" y="5053"/>
                    <a:pt x="35241" y="0"/>
                    <a:pt x="47961" y="0"/>
                  </a:cubicBezTo>
                  <a:close/>
                </a:path>
              </a:pathLst>
            </a:custGeom>
            <a:solidFill>
              <a:srgbClr val="254A44">
                <a:alpha val="97647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68211" cy="2525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900955" y="759094"/>
            <a:ext cx="6476538" cy="758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1564" indent="-465782" lvl="1">
              <a:lnSpc>
                <a:spcPts val="6040"/>
              </a:lnSpc>
              <a:buFont typeface="Arial"/>
              <a:buChar char="•"/>
            </a:pPr>
            <a:r>
              <a:rPr lang="en-US" sz="4314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Contexto</a:t>
            </a:r>
          </a:p>
          <a:p>
            <a:pPr algn="l" marL="931564" indent="-465782" lvl="1">
              <a:lnSpc>
                <a:spcPts val="6040"/>
              </a:lnSpc>
              <a:buFont typeface="Arial"/>
              <a:buChar char="•"/>
            </a:pPr>
            <a:r>
              <a:rPr lang="en-US" sz="4314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Problema</a:t>
            </a:r>
          </a:p>
          <a:p>
            <a:pPr algn="l" marL="931564" indent="-465782" lvl="1">
              <a:lnSpc>
                <a:spcPts val="6040"/>
              </a:lnSpc>
              <a:buFont typeface="Arial"/>
              <a:buChar char="•"/>
            </a:pPr>
            <a:r>
              <a:rPr lang="en-US" sz="4314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Necesidad</a:t>
            </a:r>
          </a:p>
          <a:p>
            <a:pPr algn="l" marL="931564" indent="-465782" lvl="1">
              <a:lnSpc>
                <a:spcPts val="6040"/>
              </a:lnSpc>
              <a:buFont typeface="Arial"/>
              <a:buChar char="•"/>
            </a:pPr>
            <a:r>
              <a:rPr lang="en-US" sz="4314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Requerimientos</a:t>
            </a:r>
          </a:p>
          <a:p>
            <a:pPr algn="l" marL="931564" indent="-465782" lvl="1">
              <a:lnSpc>
                <a:spcPts val="6040"/>
              </a:lnSpc>
              <a:buFont typeface="Arial"/>
              <a:buChar char="•"/>
            </a:pPr>
            <a:r>
              <a:rPr lang="en-US" sz="4314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Solución</a:t>
            </a:r>
          </a:p>
          <a:p>
            <a:pPr algn="l" marL="931564" indent="-465782" lvl="1">
              <a:lnSpc>
                <a:spcPts val="6040"/>
              </a:lnSpc>
              <a:buFont typeface="Arial"/>
              <a:buChar char="•"/>
            </a:pPr>
            <a:r>
              <a:rPr lang="en-US" sz="4314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Kick Off</a:t>
            </a:r>
          </a:p>
          <a:p>
            <a:pPr algn="l" marL="931564" indent="-465782" lvl="1">
              <a:lnSpc>
                <a:spcPts val="6040"/>
              </a:lnSpc>
              <a:buFont typeface="Arial"/>
              <a:buChar char="•"/>
            </a:pPr>
            <a:r>
              <a:rPr lang="en-US" sz="4314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Arquitectura</a:t>
            </a:r>
          </a:p>
          <a:p>
            <a:pPr algn="l" marL="931564" indent="-465782" lvl="1">
              <a:lnSpc>
                <a:spcPts val="6040"/>
              </a:lnSpc>
              <a:buFont typeface="Arial"/>
              <a:buChar char="•"/>
            </a:pPr>
            <a:r>
              <a:rPr lang="en-US" sz="4314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Metodología</a:t>
            </a:r>
          </a:p>
          <a:p>
            <a:pPr algn="l" marL="931564" indent="-465782" lvl="1">
              <a:lnSpc>
                <a:spcPts val="6040"/>
              </a:lnSpc>
              <a:buFont typeface="Arial"/>
              <a:buChar char="•"/>
            </a:pPr>
            <a:r>
              <a:rPr lang="en-US" sz="4314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Roles</a:t>
            </a:r>
          </a:p>
          <a:p>
            <a:pPr algn="l" marL="931564" indent="-465782" lvl="1">
              <a:lnSpc>
                <a:spcPts val="6040"/>
              </a:lnSpc>
              <a:buFont typeface="Arial"/>
              <a:buChar char="•"/>
            </a:pPr>
            <a:r>
              <a:rPr lang="en-US" sz="4314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Cronograma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466460" y="741094"/>
            <a:ext cx="1760611" cy="1760611"/>
            <a:chOff x="0" y="0"/>
            <a:chExt cx="2347481" cy="234748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347481" cy="2347481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9BFA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21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485891" y="632095"/>
              <a:ext cx="1183572" cy="1048941"/>
            </a:xfrm>
            <a:custGeom>
              <a:avLst/>
              <a:gdLst/>
              <a:ahLst/>
              <a:cxnLst/>
              <a:rect r="r" b="b" t="t" l="l"/>
              <a:pathLst>
                <a:path h="1048941" w="1183572">
                  <a:moveTo>
                    <a:pt x="0" y="0"/>
                  </a:moveTo>
                  <a:lnTo>
                    <a:pt x="1183572" y="0"/>
                  </a:lnTo>
                  <a:lnTo>
                    <a:pt x="1183572" y="1048941"/>
                  </a:lnTo>
                  <a:lnTo>
                    <a:pt x="0" y="1048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4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27308">
            <a:off x="-6906184" y="-1872346"/>
            <a:ext cx="17016201" cy="6180151"/>
          </a:xfrm>
          <a:custGeom>
            <a:avLst/>
            <a:gdLst/>
            <a:ahLst/>
            <a:cxnLst/>
            <a:rect r="r" b="b" t="t" l="l"/>
            <a:pathLst>
              <a:path h="6180151" w="17016201">
                <a:moveTo>
                  <a:pt x="0" y="0"/>
                </a:moveTo>
                <a:lnTo>
                  <a:pt x="17016202" y="0"/>
                </a:lnTo>
                <a:lnTo>
                  <a:pt x="17016202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27308">
            <a:off x="5445209" y="7487829"/>
            <a:ext cx="17016201" cy="6180151"/>
          </a:xfrm>
          <a:custGeom>
            <a:avLst/>
            <a:gdLst/>
            <a:ahLst/>
            <a:cxnLst/>
            <a:rect r="r" b="b" t="t" l="l"/>
            <a:pathLst>
              <a:path h="6180151" w="17016201">
                <a:moveTo>
                  <a:pt x="0" y="0"/>
                </a:moveTo>
                <a:lnTo>
                  <a:pt x="17016201" y="0"/>
                </a:lnTo>
                <a:lnTo>
                  <a:pt x="17016201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60967" y="622735"/>
            <a:ext cx="6156111" cy="1762698"/>
            <a:chOff x="0" y="0"/>
            <a:chExt cx="8208148" cy="235026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561083"/>
              <a:ext cx="6651898" cy="1228099"/>
              <a:chOff x="0" y="0"/>
              <a:chExt cx="1405611" cy="25950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405611" cy="259509"/>
              </a:xfrm>
              <a:custGeom>
                <a:avLst/>
                <a:gdLst/>
                <a:ahLst/>
                <a:cxnLst/>
                <a:rect r="r" b="b" t="t" l="l"/>
                <a:pathLst>
                  <a:path h="259509" w="1405611">
                    <a:moveTo>
                      <a:pt x="0" y="0"/>
                    </a:moveTo>
                    <a:lnTo>
                      <a:pt x="1405611" y="0"/>
                    </a:lnTo>
                    <a:lnTo>
                      <a:pt x="1405611" y="259509"/>
                    </a:lnTo>
                    <a:lnTo>
                      <a:pt x="0" y="259509"/>
                    </a:lnTo>
                    <a:close/>
                  </a:path>
                </a:pathLst>
              </a:custGeom>
              <a:solidFill>
                <a:srgbClr val="F4F8F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0"/>
                <a:ext cx="1405611" cy="2595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21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5857883" y="0"/>
              <a:ext cx="2350264" cy="2350264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D8D4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21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423828" y="599847"/>
              <a:ext cx="3731508" cy="1064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751"/>
                </a:lnSpc>
                <a:spcBef>
                  <a:spcPct val="0"/>
                </a:spcBef>
              </a:pPr>
              <a:r>
                <a:rPr lang="en-US" b="true" sz="4822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</a:t>
              </a:r>
              <a:r>
                <a:rPr lang="en-US" b="true" sz="4822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ontexto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204552" y="919985"/>
            <a:ext cx="843647" cy="1227123"/>
          </a:xfrm>
          <a:custGeom>
            <a:avLst/>
            <a:gdLst/>
            <a:ahLst/>
            <a:cxnLst/>
            <a:rect r="r" b="b" t="t" l="l"/>
            <a:pathLst>
              <a:path h="1227123" w="843647">
                <a:moveTo>
                  <a:pt x="0" y="0"/>
                </a:moveTo>
                <a:lnTo>
                  <a:pt x="843647" y="0"/>
                </a:lnTo>
                <a:lnTo>
                  <a:pt x="843647" y="1227123"/>
                </a:lnTo>
                <a:lnTo>
                  <a:pt x="0" y="12271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2615095"/>
            <a:ext cx="1217271" cy="2424440"/>
            <a:chOff x="0" y="0"/>
            <a:chExt cx="290003" cy="5775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0003" cy="577599"/>
            </a:xfrm>
            <a:custGeom>
              <a:avLst/>
              <a:gdLst/>
              <a:ahLst/>
              <a:cxnLst/>
              <a:rect r="r" b="b" t="t" l="l"/>
              <a:pathLst>
                <a:path h="577599" w="290003">
                  <a:moveTo>
                    <a:pt x="145001" y="0"/>
                  </a:moveTo>
                  <a:lnTo>
                    <a:pt x="145001" y="0"/>
                  </a:lnTo>
                  <a:cubicBezTo>
                    <a:pt x="183458" y="0"/>
                    <a:pt x="220340" y="15277"/>
                    <a:pt x="247533" y="42470"/>
                  </a:cubicBezTo>
                  <a:cubicBezTo>
                    <a:pt x="274726" y="69663"/>
                    <a:pt x="290003" y="106545"/>
                    <a:pt x="290003" y="145001"/>
                  </a:cubicBezTo>
                  <a:lnTo>
                    <a:pt x="290003" y="432597"/>
                  </a:lnTo>
                  <a:cubicBezTo>
                    <a:pt x="290003" y="512679"/>
                    <a:pt x="225083" y="577599"/>
                    <a:pt x="145001" y="577599"/>
                  </a:cubicBezTo>
                  <a:lnTo>
                    <a:pt x="145001" y="577599"/>
                  </a:lnTo>
                  <a:cubicBezTo>
                    <a:pt x="64919" y="577599"/>
                    <a:pt x="0" y="512679"/>
                    <a:pt x="0" y="432597"/>
                  </a:cubicBezTo>
                  <a:lnTo>
                    <a:pt x="0" y="145001"/>
                  </a:lnTo>
                  <a:cubicBezTo>
                    <a:pt x="0" y="64919"/>
                    <a:pt x="64919" y="0"/>
                    <a:pt x="145001" y="0"/>
                  </a:cubicBezTo>
                  <a:close/>
                </a:path>
              </a:pathLst>
            </a:custGeom>
            <a:solidFill>
              <a:srgbClr val="8ABDB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90003" cy="577599"/>
            </a:xfrm>
            <a:prstGeom prst="rect">
              <a:avLst/>
            </a:prstGeom>
          </p:spPr>
          <p:txBody>
            <a:bodyPr anchor="ctr" rtlCol="false" tIns="63834" lIns="63834" bIns="63834" rIns="6383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5400000">
            <a:off x="2968656" y="2043215"/>
            <a:ext cx="2511304" cy="3614440"/>
            <a:chOff x="0" y="0"/>
            <a:chExt cx="725792" cy="10446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5792" cy="1044610"/>
            </a:xfrm>
            <a:custGeom>
              <a:avLst/>
              <a:gdLst/>
              <a:ahLst/>
              <a:cxnLst/>
              <a:rect r="r" b="b" t="t" l="l"/>
              <a:pathLst>
                <a:path h="1044610" w="725792">
                  <a:moveTo>
                    <a:pt x="157224" y="0"/>
                  </a:moveTo>
                  <a:lnTo>
                    <a:pt x="568568" y="0"/>
                  </a:lnTo>
                  <a:cubicBezTo>
                    <a:pt x="655401" y="0"/>
                    <a:pt x="725792" y="70392"/>
                    <a:pt x="725792" y="157224"/>
                  </a:cubicBezTo>
                  <a:lnTo>
                    <a:pt x="725792" y="887385"/>
                  </a:lnTo>
                  <a:cubicBezTo>
                    <a:pt x="725792" y="974218"/>
                    <a:pt x="655401" y="1044610"/>
                    <a:pt x="568568" y="1044610"/>
                  </a:cubicBezTo>
                  <a:lnTo>
                    <a:pt x="157224" y="1044610"/>
                  </a:lnTo>
                  <a:cubicBezTo>
                    <a:pt x="70392" y="1044610"/>
                    <a:pt x="0" y="974218"/>
                    <a:pt x="0" y="887385"/>
                  </a:cubicBezTo>
                  <a:lnTo>
                    <a:pt x="0" y="157224"/>
                  </a:lnTo>
                  <a:cubicBezTo>
                    <a:pt x="0" y="70392"/>
                    <a:pt x="70392" y="0"/>
                    <a:pt x="157224" y="0"/>
                  </a:cubicBezTo>
                  <a:close/>
                </a:path>
              </a:pathLst>
            </a:custGeom>
            <a:solidFill>
              <a:srgbClr val="8ABDB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25792" cy="1044610"/>
            </a:xfrm>
            <a:prstGeom prst="rect">
              <a:avLst/>
            </a:prstGeom>
          </p:spPr>
          <p:txBody>
            <a:bodyPr anchor="ctr" rtlCol="false" tIns="46294" lIns="46294" bIns="46294" rIns="4629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0" y="5768284"/>
            <a:ext cx="17592756" cy="16673"/>
          </a:xfrm>
          <a:prstGeom prst="line">
            <a:avLst/>
          </a:prstGeom>
          <a:ln cap="flat" w="1905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0" id="20"/>
          <p:cNvGrpSpPr/>
          <p:nvPr/>
        </p:nvGrpSpPr>
        <p:grpSpPr>
          <a:xfrm rot="0">
            <a:off x="1261019" y="5126537"/>
            <a:ext cx="664178" cy="66417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0D8D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10110138" y="6502498"/>
            <a:ext cx="1217271" cy="2424440"/>
            <a:chOff x="0" y="0"/>
            <a:chExt cx="290003" cy="57759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90003" cy="577599"/>
            </a:xfrm>
            <a:custGeom>
              <a:avLst/>
              <a:gdLst/>
              <a:ahLst/>
              <a:cxnLst/>
              <a:rect r="r" b="b" t="t" l="l"/>
              <a:pathLst>
                <a:path h="577599" w="290003">
                  <a:moveTo>
                    <a:pt x="145001" y="0"/>
                  </a:moveTo>
                  <a:lnTo>
                    <a:pt x="145001" y="0"/>
                  </a:lnTo>
                  <a:cubicBezTo>
                    <a:pt x="183458" y="0"/>
                    <a:pt x="220340" y="15277"/>
                    <a:pt x="247533" y="42470"/>
                  </a:cubicBezTo>
                  <a:cubicBezTo>
                    <a:pt x="274726" y="69663"/>
                    <a:pt x="290003" y="106545"/>
                    <a:pt x="290003" y="145001"/>
                  </a:cubicBezTo>
                  <a:lnTo>
                    <a:pt x="290003" y="432597"/>
                  </a:lnTo>
                  <a:cubicBezTo>
                    <a:pt x="290003" y="512679"/>
                    <a:pt x="225083" y="577599"/>
                    <a:pt x="145001" y="577599"/>
                  </a:cubicBezTo>
                  <a:lnTo>
                    <a:pt x="145001" y="577599"/>
                  </a:lnTo>
                  <a:cubicBezTo>
                    <a:pt x="64919" y="577599"/>
                    <a:pt x="0" y="512679"/>
                    <a:pt x="0" y="432597"/>
                  </a:cubicBezTo>
                  <a:lnTo>
                    <a:pt x="0" y="145001"/>
                  </a:lnTo>
                  <a:cubicBezTo>
                    <a:pt x="0" y="64919"/>
                    <a:pt x="64919" y="0"/>
                    <a:pt x="145001" y="0"/>
                  </a:cubicBezTo>
                  <a:close/>
                </a:path>
              </a:pathLst>
            </a:custGeom>
            <a:solidFill>
              <a:srgbClr val="8ABDB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290003" cy="577599"/>
            </a:xfrm>
            <a:prstGeom prst="rect">
              <a:avLst/>
            </a:prstGeom>
          </p:spPr>
          <p:txBody>
            <a:bodyPr anchor="ctr" rtlCol="false" tIns="63834" lIns="63834" bIns="63834" rIns="6383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5400000">
            <a:off x="12066113" y="5912382"/>
            <a:ext cx="2364824" cy="3575308"/>
            <a:chOff x="0" y="0"/>
            <a:chExt cx="690939" cy="10446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0939" cy="1044610"/>
            </a:xfrm>
            <a:custGeom>
              <a:avLst/>
              <a:gdLst/>
              <a:ahLst/>
              <a:cxnLst/>
              <a:rect r="r" b="b" t="t" l="l"/>
              <a:pathLst>
                <a:path h="1044610" w="690939">
                  <a:moveTo>
                    <a:pt x="166963" y="0"/>
                  </a:moveTo>
                  <a:lnTo>
                    <a:pt x="523976" y="0"/>
                  </a:lnTo>
                  <a:cubicBezTo>
                    <a:pt x="616187" y="0"/>
                    <a:pt x="690939" y="74752"/>
                    <a:pt x="690939" y="166963"/>
                  </a:cubicBezTo>
                  <a:lnTo>
                    <a:pt x="690939" y="877647"/>
                  </a:lnTo>
                  <a:cubicBezTo>
                    <a:pt x="690939" y="969858"/>
                    <a:pt x="616187" y="1044610"/>
                    <a:pt x="523976" y="1044610"/>
                  </a:cubicBezTo>
                  <a:lnTo>
                    <a:pt x="166963" y="1044610"/>
                  </a:lnTo>
                  <a:cubicBezTo>
                    <a:pt x="74752" y="1044610"/>
                    <a:pt x="0" y="969858"/>
                    <a:pt x="0" y="877647"/>
                  </a:cubicBezTo>
                  <a:lnTo>
                    <a:pt x="0" y="166963"/>
                  </a:lnTo>
                  <a:cubicBezTo>
                    <a:pt x="0" y="74752"/>
                    <a:pt x="74752" y="0"/>
                    <a:pt x="166963" y="0"/>
                  </a:cubicBezTo>
                  <a:close/>
                </a:path>
              </a:pathLst>
            </a:custGeom>
            <a:solidFill>
              <a:srgbClr val="8ABDB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690939" cy="1044610"/>
            </a:xfrm>
            <a:prstGeom prst="rect">
              <a:avLst/>
            </a:prstGeom>
          </p:spPr>
          <p:txBody>
            <a:bodyPr anchor="ctr" rtlCol="false" tIns="45793" lIns="45793" bIns="45793" rIns="45793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677235" y="2615095"/>
            <a:ext cx="1217271" cy="2424440"/>
            <a:chOff x="0" y="0"/>
            <a:chExt cx="290003" cy="57759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0003" cy="577599"/>
            </a:xfrm>
            <a:custGeom>
              <a:avLst/>
              <a:gdLst/>
              <a:ahLst/>
              <a:cxnLst/>
              <a:rect r="r" b="b" t="t" l="l"/>
              <a:pathLst>
                <a:path h="577599" w="290003">
                  <a:moveTo>
                    <a:pt x="145001" y="0"/>
                  </a:moveTo>
                  <a:lnTo>
                    <a:pt x="145001" y="0"/>
                  </a:lnTo>
                  <a:cubicBezTo>
                    <a:pt x="183458" y="0"/>
                    <a:pt x="220340" y="15277"/>
                    <a:pt x="247533" y="42470"/>
                  </a:cubicBezTo>
                  <a:cubicBezTo>
                    <a:pt x="274726" y="69663"/>
                    <a:pt x="290003" y="106545"/>
                    <a:pt x="290003" y="145001"/>
                  </a:cubicBezTo>
                  <a:lnTo>
                    <a:pt x="290003" y="432597"/>
                  </a:lnTo>
                  <a:cubicBezTo>
                    <a:pt x="290003" y="512679"/>
                    <a:pt x="225083" y="577599"/>
                    <a:pt x="145001" y="577599"/>
                  </a:cubicBezTo>
                  <a:lnTo>
                    <a:pt x="145001" y="577599"/>
                  </a:lnTo>
                  <a:cubicBezTo>
                    <a:pt x="64919" y="577599"/>
                    <a:pt x="0" y="512679"/>
                    <a:pt x="0" y="432597"/>
                  </a:cubicBezTo>
                  <a:lnTo>
                    <a:pt x="0" y="145001"/>
                  </a:lnTo>
                  <a:cubicBezTo>
                    <a:pt x="0" y="64919"/>
                    <a:pt x="64919" y="0"/>
                    <a:pt x="145001" y="0"/>
                  </a:cubicBezTo>
                  <a:close/>
                </a:path>
              </a:pathLst>
            </a:custGeom>
            <a:solidFill>
              <a:srgbClr val="8ABDBB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290003" cy="577599"/>
            </a:xfrm>
            <a:prstGeom prst="rect">
              <a:avLst/>
            </a:prstGeom>
          </p:spPr>
          <p:txBody>
            <a:bodyPr anchor="ctr" rtlCol="false" tIns="63834" lIns="63834" bIns="63834" rIns="6383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5400000">
            <a:off x="14576281" y="2041105"/>
            <a:ext cx="2554657" cy="3575308"/>
            <a:chOff x="0" y="0"/>
            <a:chExt cx="746403" cy="104461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46403" cy="1044610"/>
            </a:xfrm>
            <a:custGeom>
              <a:avLst/>
              <a:gdLst/>
              <a:ahLst/>
              <a:cxnLst/>
              <a:rect r="r" b="b" t="t" l="l"/>
              <a:pathLst>
                <a:path h="1044610" w="746403">
                  <a:moveTo>
                    <a:pt x="154556" y="0"/>
                  </a:moveTo>
                  <a:lnTo>
                    <a:pt x="591847" y="0"/>
                  </a:lnTo>
                  <a:cubicBezTo>
                    <a:pt x="677206" y="0"/>
                    <a:pt x="746403" y="69197"/>
                    <a:pt x="746403" y="154556"/>
                  </a:cubicBezTo>
                  <a:lnTo>
                    <a:pt x="746403" y="890054"/>
                  </a:lnTo>
                  <a:cubicBezTo>
                    <a:pt x="746403" y="975413"/>
                    <a:pt x="677206" y="1044610"/>
                    <a:pt x="591847" y="1044610"/>
                  </a:cubicBezTo>
                  <a:lnTo>
                    <a:pt x="154556" y="1044610"/>
                  </a:lnTo>
                  <a:cubicBezTo>
                    <a:pt x="69197" y="1044610"/>
                    <a:pt x="0" y="975413"/>
                    <a:pt x="0" y="890054"/>
                  </a:cubicBezTo>
                  <a:lnTo>
                    <a:pt x="0" y="154556"/>
                  </a:lnTo>
                  <a:cubicBezTo>
                    <a:pt x="0" y="69197"/>
                    <a:pt x="69197" y="0"/>
                    <a:pt x="154556" y="0"/>
                  </a:cubicBezTo>
                  <a:close/>
                </a:path>
              </a:pathLst>
            </a:custGeom>
            <a:solidFill>
              <a:srgbClr val="8ABDBB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746403" cy="1044610"/>
            </a:xfrm>
            <a:prstGeom prst="rect">
              <a:avLst/>
            </a:prstGeom>
          </p:spPr>
          <p:txBody>
            <a:bodyPr anchor="ctr" rtlCol="false" tIns="45793" lIns="45793" bIns="45793" rIns="45793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342457" y="5727049"/>
            <a:ext cx="664178" cy="664178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0D8D4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970455" y="5126537"/>
            <a:ext cx="664178" cy="664178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0D8D4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10800000">
            <a:off x="1085331" y="6394557"/>
            <a:ext cx="1217271" cy="2424440"/>
            <a:chOff x="0" y="0"/>
            <a:chExt cx="290003" cy="57759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0003" cy="577599"/>
            </a:xfrm>
            <a:custGeom>
              <a:avLst/>
              <a:gdLst/>
              <a:ahLst/>
              <a:cxnLst/>
              <a:rect r="r" b="b" t="t" l="l"/>
              <a:pathLst>
                <a:path h="577599" w="290003">
                  <a:moveTo>
                    <a:pt x="145001" y="0"/>
                  </a:moveTo>
                  <a:lnTo>
                    <a:pt x="145001" y="0"/>
                  </a:lnTo>
                  <a:cubicBezTo>
                    <a:pt x="183458" y="0"/>
                    <a:pt x="220340" y="15277"/>
                    <a:pt x="247533" y="42470"/>
                  </a:cubicBezTo>
                  <a:cubicBezTo>
                    <a:pt x="274726" y="69663"/>
                    <a:pt x="290003" y="106545"/>
                    <a:pt x="290003" y="145001"/>
                  </a:cubicBezTo>
                  <a:lnTo>
                    <a:pt x="290003" y="432597"/>
                  </a:lnTo>
                  <a:cubicBezTo>
                    <a:pt x="290003" y="512679"/>
                    <a:pt x="225083" y="577599"/>
                    <a:pt x="145001" y="577599"/>
                  </a:cubicBezTo>
                  <a:lnTo>
                    <a:pt x="145001" y="577599"/>
                  </a:lnTo>
                  <a:cubicBezTo>
                    <a:pt x="64919" y="577599"/>
                    <a:pt x="0" y="512679"/>
                    <a:pt x="0" y="432597"/>
                  </a:cubicBezTo>
                  <a:lnTo>
                    <a:pt x="0" y="145001"/>
                  </a:lnTo>
                  <a:cubicBezTo>
                    <a:pt x="0" y="64919"/>
                    <a:pt x="64919" y="0"/>
                    <a:pt x="145001" y="0"/>
                  </a:cubicBezTo>
                  <a:close/>
                </a:path>
              </a:pathLst>
            </a:custGeom>
            <a:solidFill>
              <a:srgbClr val="8ABDBB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290003" cy="577599"/>
            </a:xfrm>
            <a:prstGeom prst="rect">
              <a:avLst/>
            </a:prstGeom>
          </p:spPr>
          <p:txBody>
            <a:bodyPr anchor="ctr" rtlCol="false" tIns="63834" lIns="63834" bIns="63834" rIns="6383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5400000">
            <a:off x="3053899" y="5841368"/>
            <a:ext cx="2379950" cy="3575308"/>
            <a:chOff x="0" y="0"/>
            <a:chExt cx="695358" cy="104461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95358" cy="1044610"/>
            </a:xfrm>
            <a:custGeom>
              <a:avLst/>
              <a:gdLst/>
              <a:ahLst/>
              <a:cxnLst/>
              <a:rect r="r" b="b" t="t" l="l"/>
              <a:pathLst>
                <a:path h="1044610" w="695358">
                  <a:moveTo>
                    <a:pt x="165902" y="0"/>
                  </a:moveTo>
                  <a:lnTo>
                    <a:pt x="529456" y="0"/>
                  </a:lnTo>
                  <a:cubicBezTo>
                    <a:pt x="573456" y="0"/>
                    <a:pt x="615654" y="17479"/>
                    <a:pt x="646767" y="48592"/>
                  </a:cubicBezTo>
                  <a:cubicBezTo>
                    <a:pt x="677879" y="79704"/>
                    <a:pt x="695358" y="121902"/>
                    <a:pt x="695358" y="165902"/>
                  </a:cubicBezTo>
                  <a:lnTo>
                    <a:pt x="695358" y="878708"/>
                  </a:lnTo>
                  <a:cubicBezTo>
                    <a:pt x="695358" y="922708"/>
                    <a:pt x="677879" y="964906"/>
                    <a:pt x="646767" y="996018"/>
                  </a:cubicBezTo>
                  <a:cubicBezTo>
                    <a:pt x="615654" y="1027131"/>
                    <a:pt x="573456" y="1044610"/>
                    <a:pt x="529456" y="1044610"/>
                  </a:cubicBezTo>
                  <a:lnTo>
                    <a:pt x="165902" y="1044610"/>
                  </a:lnTo>
                  <a:cubicBezTo>
                    <a:pt x="121902" y="1044610"/>
                    <a:pt x="79704" y="1027131"/>
                    <a:pt x="48592" y="996018"/>
                  </a:cubicBezTo>
                  <a:cubicBezTo>
                    <a:pt x="17479" y="964906"/>
                    <a:pt x="0" y="922708"/>
                    <a:pt x="0" y="878708"/>
                  </a:cubicBezTo>
                  <a:lnTo>
                    <a:pt x="0" y="165902"/>
                  </a:lnTo>
                  <a:cubicBezTo>
                    <a:pt x="0" y="121902"/>
                    <a:pt x="17479" y="79704"/>
                    <a:pt x="48592" y="48592"/>
                  </a:cubicBezTo>
                  <a:cubicBezTo>
                    <a:pt x="79704" y="17479"/>
                    <a:pt x="121902" y="0"/>
                    <a:pt x="165902" y="0"/>
                  </a:cubicBezTo>
                  <a:close/>
                </a:path>
              </a:pathLst>
            </a:custGeom>
            <a:solidFill>
              <a:srgbClr val="8ABDBB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695358" cy="1044610"/>
            </a:xfrm>
            <a:prstGeom prst="rect">
              <a:avLst/>
            </a:prstGeom>
          </p:spPr>
          <p:txBody>
            <a:bodyPr anchor="ctr" rtlCol="false" tIns="45793" lIns="45793" bIns="45793" rIns="45793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778158" y="2638215"/>
            <a:ext cx="1217271" cy="2424440"/>
            <a:chOff x="0" y="0"/>
            <a:chExt cx="290003" cy="57759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90003" cy="577599"/>
            </a:xfrm>
            <a:custGeom>
              <a:avLst/>
              <a:gdLst/>
              <a:ahLst/>
              <a:cxnLst/>
              <a:rect r="r" b="b" t="t" l="l"/>
              <a:pathLst>
                <a:path h="577599" w="290003">
                  <a:moveTo>
                    <a:pt x="145001" y="0"/>
                  </a:moveTo>
                  <a:lnTo>
                    <a:pt x="145001" y="0"/>
                  </a:lnTo>
                  <a:cubicBezTo>
                    <a:pt x="183458" y="0"/>
                    <a:pt x="220340" y="15277"/>
                    <a:pt x="247533" y="42470"/>
                  </a:cubicBezTo>
                  <a:cubicBezTo>
                    <a:pt x="274726" y="69663"/>
                    <a:pt x="290003" y="106545"/>
                    <a:pt x="290003" y="145001"/>
                  </a:cubicBezTo>
                  <a:lnTo>
                    <a:pt x="290003" y="432597"/>
                  </a:lnTo>
                  <a:cubicBezTo>
                    <a:pt x="290003" y="512679"/>
                    <a:pt x="225083" y="577599"/>
                    <a:pt x="145001" y="577599"/>
                  </a:cubicBezTo>
                  <a:lnTo>
                    <a:pt x="145001" y="577599"/>
                  </a:lnTo>
                  <a:cubicBezTo>
                    <a:pt x="64919" y="577599"/>
                    <a:pt x="0" y="512679"/>
                    <a:pt x="0" y="432597"/>
                  </a:cubicBezTo>
                  <a:lnTo>
                    <a:pt x="0" y="145001"/>
                  </a:lnTo>
                  <a:cubicBezTo>
                    <a:pt x="0" y="64919"/>
                    <a:pt x="64919" y="0"/>
                    <a:pt x="145001" y="0"/>
                  </a:cubicBezTo>
                  <a:close/>
                </a:path>
              </a:pathLst>
            </a:custGeom>
            <a:solidFill>
              <a:srgbClr val="8ABDBB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290003" cy="577599"/>
            </a:xfrm>
            <a:prstGeom prst="rect">
              <a:avLst/>
            </a:prstGeom>
          </p:spPr>
          <p:txBody>
            <a:bodyPr anchor="ctr" rtlCol="false" tIns="63834" lIns="63834" bIns="63834" rIns="6383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166879" y="2521592"/>
            <a:ext cx="3719780" cy="2584495"/>
            <a:chOff x="0" y="0"/>
            <a:chExt cx="4959707" cy="3445993"/>
          </a:xfrm>
        </p:grpSpPr>
        <p:grpSp>
          <p:nvGrpSpPr>
            <p:cNvPr name="Group 51" id="51"/>
            <p:cNvGrpSpPr/>
            <p:nvPr/>
          </p:nvGrpSpPr>
          <p:grpSpPr>
            <a:xfrm rot="5400000">
              <a:off x="756857" y="-756857"/>
              <a:ext cx="3445993" cy="4959707"/>
              <a:chOff x="0" y="0"/>
              <a:chExt cx="725792" cy="104461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725792" cy="1044610"/>
              </a:xfrm>
              <a:custGeom>
                <a:avLst/>
                <a:gdLst/>
                <a:ahLst/>
                <a:cxnLst/>
                <a:rect r="r" b="b" t="t" l="l"/>
                <a:pathLst>
                  <a:path h="1044610" w="725792">
                    <a:moveTo>
                      <a:pt x="143278" y="0"/>
                    </a:moveTo>
                    <a:lnTo>
                      <a:pt x="582514" y="0"/>
                    </a:lnTo>
                    <a:cubicBezTo>
                      <a:pt x="661645" y="0"/>
                      <a:pt x="725792" y="64148"/>
                      <a:pt x="725792" y="143278"/>
                    </a:cubicBezTo>
                    <a:lnTo>
                      <a:pt x="725792" y="901332"/>
                    </a:lnTo>
                    <a:cubicBezTo>
                      <a:pt x="725792" y="980462"/>
                      <a:pt x="661645" y="1044610"/>
                      <a:pt x="582514" y="1044610"/>
                    </a:cubicBezTo>
                    <a:lnTo>
                      <a:pt x="143278" y="1044610"/>
                    </a:lnTo>
                    <a:cubicBezTo>
                      <a:pt x="64148" y="1044610"/>
                      <a:pt x="0" y="980462"/>
                      <a:pt x="0" y="901332"/>
                    </a:cubicBezTo>
                    <a:lnTo>
                      <a:pt x="0" y="143278"/>
                    </a:lnTo>
                    <a:cubicBezTo>
                      <a:pt x="0" y="64148"/>
                      <a:pt x="64148" y="0"/>
                      <a:pt x="143278" y="0"/>
                    </a:cubicBezTo>
                    <a:close/>
                  </a:path>
                </a:pathLst>
              </a:custGeom>
              <a:solidFill>
                <a:srgbClr val="8ABDBB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0"/>
                <a:ext cx="725792" cy="10446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21"/>
                  </a:lnSpc>
                </a:pPr>
              </a:p>
            </p:txBody>
          </p:sp>
        </p:grpSp>
        <p:sp>
          <p:nvSpPr>
            <p:cNvPr name="TextBox 54" id="54"/>
            <p:cNvSpPr txBox="true"/>
            <p:nvPr/>
          </p:nvSpPr>
          <p:spPr>
            <a:xfrm rot="0">
              <a:off x="56071" y="150238"/>
              <a:ext cx="4847566" cy="474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25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010477" y="5126537"/>
            <a:ext cx="664178" cy="664178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0D8D4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14578796" y="43080"/>
            <a:ext cx="3709204" cy="1632050"/>
          </a:xfrm>
          <a:custGeom>
            <a:avLst/>
            <a:gdLst/>
            <a:ahLst/>
            <a:cxnLst/>
            <a:rect r="r" b="b" t="t" l="l"/>
            <a:pathLst>
              <a:path h="1632050" w="3709204">
                <a:moveTo>
                  <a:pt x="0" y="0"/>
                </a:moveTo>
                <a:lnTo>
                  <a:pt x="3709204" y="0"/>
                </a:lnTo>
                <a:lnTo>
                  <a:pt x="3709204" y="1632050"/>
                </a:lnTo>
                <a:lnTo>
                  <a:pt x="0" y="1632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2438194" y="3413154"/>
            <a:ext cx="3532716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Creación del Consejo Regional de Valparaíso </a:t>
            </a:r>
          </a:p>
        </p:txBody>
      </p:sp>
      <p:sp>
        <p:nvSpPr>
          <p:cNvPr name="TextBox 60" id="60"/>
          <p:cNvSpPr txBox="true"/>
          <p:nvPr/>
        </p:nvSpPr>
        <p:spPr>
          <a:xfrm rot="-5400000">
            <a:off x="661506" y="3322789"/>
            <a:ext cx="1758428" cy="908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8"/>
              </a:lnSpc>
            </a:pPr>
            <a:r>
              <a:rPr lang="en-US" sz="5291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1993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577119" y="7059358"/>
            <a:ext cx="3342812" cy="162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7"/>
              </a:lnSpc>
            </a:pPr>
            <a:r>
              <a:rPr lang="en-US" sz="2326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Consejo Regional empieza a utilizar plataforma web para votaciones</a:t>
            </a:r>
          </a:p>
        </p:txBody>
      </p:sp>
      <p:sp>
        <p:nvSpPr>
          <p:cNvPr name="TextBox 62" id="62"/>
          <p:cNvSpPr txBox="true"/>
          <p:nvPr/>
        </p:nvSpPr>
        <p:spPr>
          <a:xfrm rot="-5400000">
            <a:off x="9742944" y="7260263"/>
            <a:ext cx="1758428" cy="908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8"/>
              </a:lnSpc>
            </a:pPr>
            <a:r>
              <a:rPr lang="en-US" sz="5291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2011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106376" y="2817754"/>
            <a:ext cx="3534888" cy="1981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9"/>
              </a:lnSpc>
            </a:pPr>
            <a:r>
              <a:rPr lang="en-US" sz="2256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CORE busca incorporar a una plataforma digital todo el proceso que realizan las comisiones</a:t>
            </a:r>
          </a:p>
        </p:txBody>
      </p:sp>
      <p:sp>
        <p:nvSpPr>
          <p:cNvPr name="TextBox 64" id="64"/>
          <p:cNvSpPr txBox="true"/>
          <p:nvPr/>
        </p:nvSpPr>
        <p:spPr>
          <a:xfrm rot="-5400000">
            <a:off x="12354270" y="3372860"/>
            <a:ext cx="1758428" cy="908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8"/>
              </a:lnSpc>
            </a:pPr>
            <a:r>
              <a:rPr lang="en-US" sz="5291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2025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572468" y="6768655"/>
            <a:ext cx="3342812" cy="162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7"/>
              </a:lnSpc>
            </a:pPr>
            <a:r>
              <a:rPr lang="en-US" sz="2326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Creación de las Comisiones Permanentes del CORE</a:t>
            </a:r>
          </a:p>
        </p:txBody>
      </p:sp>
      <p:sp>
        <p:nvSpPr>
          <p:cNvPr name="TextBox 66" id="66"/>
          <p:cNvSpPr txBox="true"/>
          <p:nvPr/>
        </p:nvSpPr>
        <p:spPr>
          <a:xfrm rot="-5400000">
            <a:off x="718138" y="7152322"/>
            <a:ext cx="1758428" cy="908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8"/>
              </a:lnSpc>
            </a:pPr>
            <a:r>
              <a:rPr lang="en-US" sz="5291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1993</a:t>
            </a:r>
          </a:p>
        </p:txBody>
      </p:sp>
      <p:sp>
        <p:nvSpPr>
          <p:cNvPr name="TextBox 67" id="67"/>
          <p:cNvSpPr txBox="true"/>
          <p:nvPr/>
        </p:nvSpPr>
        <p:spPr>
          <a:xfrm rot="-5400000">
            <a:off x="6410964" y="3337560"/>
            <a:ext cx="1758428" cy="908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8"/>
              </a:lnSpc>
            </a:pPr>
            <a:r>
              <a:rPr lang="en-US" sz="5291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2009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8355364" y="3154641"/>
            <a:ext cx="3342812" cy="1218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7"/>
              </a:lnSpc>
            </a:pPr>
            <a:r>
              <a:rPr lang="en-US" sz="2326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Fortalecimiento de las funciones de las comisiones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9BF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359948" y="-2130761"/>
            <a:ext cx="26848689" cy="8642470"/>
          </a:xfrm>
          <a:custGeom>
            <a:avLst/>
            <a:gdLst/>
            <a:ahLst/>
            <a:cxnLst/>
            <a:rect r="r" b="b" t="t" l="l"/>
            <a:pathLst>
              <a:path h="8642470" w="26848689">
                <a:moveTo>
                  <a:pt x="0" y="0"/>
                </a:moveTo>
                <a:lnTo>
                  <a:pt x="26848689" y="0"/>
                </a:lnTo>
                <a:lnTo>
                  <a:pt x="26848689" y="8642470"/>
                </a:lnTo>
                <a:lnTo>
                  <a:pt x="0" y="8642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83475" y="931960"/>
            <a:ext cx="5787097" cy="985325"/>
            <a:chOff x="0" y="0"/>
            <a:chExt cx="1524174" cy="2595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254A4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573335" y="594336"/>
            <a:ext cx="1660574" cy="166057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2884" lIns="22884" bIns="22884" rIns="2288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825379" y="730379"/>
            <a:ext cx="1156487" cy="1056740"/>
          </a:xfrm>
          <a:custGeom>
            <a:avLst/>
            <a:gdLst/>
            <a:ahLst/>
            <a:cxnLst/>
            <a:rect r="r" b="b" t="t" l="l"/>
            <a:pathLst>
              <a:path h="1056740" w="1156487">
                <a:moveTo>
                  <a:pt x="0" y="0"/>
                </a:moveTo>
                <a:lnTo>
                  <a:pt x="1156487" y="0"/>
                </a:lnTo>
                <a:lnTo>
                  <a:pt x="1156487" y="1056740"/>
                </a:lnTo>
                <a:lnTo>
                  <a:pt x="0" y="1056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063153" y="2672435"/>
            <a:ext cx="10398641" cy="6585865"/>
            <a:chOff x="0" y="0"/>
            <a:chExt cx="1928164" cy="12211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28164" cy="1221181"/>
            </a:xfrm>
            <a:custGeom>
              <a:avLst/>
              <a:gdLst/>
              <a:ahLst/>
              <a:cxnLst/>
              <a:rect r="r" b="b" t="t" l="l"/>
              <a:pathLst>
                <a:path h="1221181" w="1928164">
                  <a:moveTo>
                    <a:pt x="37970" y="0"/>
                  </a:moveTo>
                  <a:lnTo>
                    <a:pt x="1890194" y="0"/>
                  </a:lnTo>
                  <a:cubicBezTo>
                    <a:pt x="1911164" y="0"/>
                    <a:pt x="1928164" y="17000"/>
                    <a:pt x="1928164" y="37970"/>
                  </a:cubicBezTo>
                  <a:lnTo>
                    <a:pt x="1928164" y="1183211"/>
                  </a:lnTo>
                  <a:cubicBezTo>
                    <a:pt x="1928164" y="1193281"/>
                    <a:pt x="1924163" y="1202939"/>
                    <a:pt x="1917042" y="1210060"/>
                  </a:cubicBezTo>
                  <a:cubicBezTo>
                    <a:pt x="1909922" y="1217181"/>
                    <a:pt x="1900264" y="1221181"/>
                    <a:pt x="1890194" y="1221181"/>
                  </a:cubicBezTo>
                  <a:lnTo>
                    <a:pt x="37970" y="1221181"/>
                  </a:lnTo>
                  <a:cubicBezTo>
                    <a:pt x="27900" y="1221181"/>
                    <a:pt x="18242" y="1217181"/>
                    <a:pt x="11121" y="1210060"/>
                  </a:cubicBezTo>
                  <a:cubicBezTo>
                    <a:pt x="4000" y="1202939"/>
                    <a:pt x="0" y="1193281"/>
                    <a:pt x="0" y="1183211"/>
                  </a:cubicBezTo>
                  <a:lnTo>
                    <a:pt x="0" y="37970"/>
                  </a:lnTo>
                  <a:cubicBezTo>
                    <a:pt x="0" y="27900"/>
                    <a:pt x="4000" y="18242"/>
                    <a:pt x="11121" y="11121"/>
                  </a:cubicBezTo>
                  <a:cubicBezTo>
                    <a:pt x="18242" y="4000"/>
                    <a:pt x="27900" y="0"/>
                    <a:pt x="37970" y="0"/>
                  </a:cubicBezTo>
                  <a:close/>
                </a:path>
              </a:pathLst>
            </a:custGeom>
            <a:solidFill>
              <a:srgbClr val="254A44">
                <a:alpha val="92941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928164" cy="1221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36445" y="893860"/>
            <a:ext cx="318030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73335" y="2725833"/>
            <a:ext cx="9333961" cy="640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0"/>
              </a:lnSpc>
            </a:pPr>
            <a:r>
              <a:rPr lang="en-US" sz="4043">
                <a:solidFill>
                  <a:srgbClr val="F4F8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La ineficiencia en flujo de documentación de las comisiones del Consejo Regional de Valparaíso genera tardanza en la disponibilidad de la información. Afecta directamente a los secretarios técnicos que llevan a cabo las diferentes comisiones del CORE Valparaíso.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9BF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363622" y="-2142526"/>
            <a:ext cx="26848689" cy="8642470"/>
          </a:xfrm>
          <a:custGeom>
            <a:avLst/>
            <a:gdLst/>
            <a:ahLst/>
            <a:cxnLst/>
            <a:rect r="r" b="b" t="t" l="l"/>
            <a:pathLst>
              <a:path h="8642470" w="26848689">
                <a:moveTo>
                  <a:pt x="0" y="0"/>
                </a:moveTo>
                <a:lnTo>
                  <a:pt x="26848689" y="0"/>
                </a:lnTo>
                <a:lnTo>
                  <a:pt x="26848689" y="8642471"/>
                </a:lnTo>
                <a:lnTo>
                  <a:pt x="0" y="8642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83475" y="931960"/>
            <a:ext cx="5787097" cy="985325"/>
            <a:chOff x="0" y="0"/>
            <a:chExt cx="1524174" cy="2595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254A4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573335" y="594336"/>
            <a:ext cx="1660574" cy="166057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2884" lIns="22884" bIns="22884" rIns="2288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118152" y="2755847"/>
            <a:ext cx="10249381" cy="4910029"/>
            <a:chOff x="0" y="0"/>
            <a:chExt cx="2699425" cy="12931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99426" cy="1293176"/>
            </a:xfrm>
            <a:custGeom>
              <a:avLst/>
              <a:gdLst/>
              <a:ahLst/>
              <a:cxnLst/>
              <a:rect r="r" b="b" t="t" l="l"/>
              <a:pathLst>
                <a:path h="1293176" w="2699426">
                  <a:moveTo>
                    <a:pt x="38523" y="0"/>
                  </a:moveTo>
                  <a:lnTo>
                    <a:pt x="2660903" y="0"/>
                  </a:lnTo>
                  <a:cubicBezTo>
                    <a:pt x="2671119" y="0"/>
                    <a:pt x="2680918" y="4059"/>
                    <a:pt x="2688142" y="11283"/>
                  </a:cubicBezTo>
                  <a:cubicBezTo>
                    <a:pt x="2695367" y="18508"/>
                    <a:pt x="2699426" y="28306"/>
                    <a:pt x="2699426" y="38523"/>
                  </a:cubicBezTo>
                  <a:lnTo>
                    <a:pt x="2699426" y="1254653"/>
                  </a:lnTo>
                  <a:cubicBezTo>
                    <a:pt x="2699426" y="1264870"/>
                    <a:pt x="2695367" y="1274669"/>
                    <a:pt x="2688142" y="1281893"/>
                  </a:cubicBezTo>
                  <a:cubicBezTo>
                    <a:pt x="2680918" y="1289118"/>
                    <a:pt x="2671119" y="1293176"/>
                    <a:pt x="2660903" y="1293176"/>
                  </a:cubicBezTo>
                  <a:lnTo>
                    <a:pt x="38523" y="1293176"/>
                  </a:lnTo>
                  <a:cubicBezTo>
                    <a:pt x="28306" y="1293176"/>
                    <a:pt x="18508" y="1289118"/>
                    <a:pt x="11283" y="1281893"/>
                  </a:cubicBezTo>
                  <a:cubicBezTo>
                    <a:pt x="4059" y="1274669"/>
                    <a:pt x="0" y="1264870"/>
                    <a:pt x="0" y="1254653"/>
                  </a:cubicBezTo>
                  <a:lnTo>
                    <a:pt x="0" y="38523"/>
                  </a:lnTo>
                  <a:cubicBezTo>
                    <a:pt x="0" y="28306"/>
                    <a:pt x="4059" y="18508"/>
                    <a:pt x="11283" y="11283"/>
                  </a:cubicBezTo>
                  <a:cubicBezTo>
                    <a:pt x="18508" y="4059"/>
                    <a:pt x="28306" y="0"/>
                    <a:pt x="38523" y="0"/>
                  </a:cubicBezTo>
                  <a:close/>
                </a:path>
              </a:pathLst>
            </a:custGeom>
            <a:solidFill>
              <a:srgbClr val="254A44">
                <a:alpha val="92941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699425" cy="1293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833250" y="859436"/>
            <a:ext cx="1140744" cy="1130373"/>
          </a:xfrm>
          <a:custGeom>
            <a:avLst/>
            <a:gdLst/>
            <a:ahLst/>
            <a:cxnLst/>
            <a:rect r="r" b="b" t="t" l="l"/>
            <a:pathLst>
              <a:path h="1130373" w="1140744">
                <a:moveTo>
                  <a:pt x="0" y="0"/>
                </a:moveTo>
                <a:lnTo>
                  <a:pt x="1140744" y="0"/>
                </a:lnTo>
                <a:lnTo>
                  <a:pt x="1140744" y="1130373"/>
                </a:lnTo>
                <a:lnTo>
                  <a:pt x="0" y="1130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30295" y="884335"/>
            <a:ext cx="342120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Necesidad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41661" y="3609772"/>
            <a:ext cx="9516148" cy="310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01"/>
              </a:lnSpc>
            </a:pPr>
            <a:r>
              <a:rPr lang="en-US" sz="4429" b="true">
                <a:solidFill>
                  <a:srgbClr val="F4F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Optimizar el flujo y la gestión de la documentación que se generan en las comisiones del CORE Valparaíso.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06130"/>
            <a:ext cx="9882464" cy="982454"/>
            <a:chOff x="0" y="0"/>
            <a:chExt cx="2602789" cy="2587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2789" cy="258753"/>
            </a:xfrm>
            <a:custGeom>
              <a:avLst/>
              <a:gdLst/>
              <a:ahLst/>
              <a:cxnLst/>
              <a:rect r="r" b="b" t="t" l="l"/>
              <a:pathLst>
                <a:path h="258753" w="2602789">
                  <a:moveTo>
                    <a:pt x="0" y="0"/>
                  </a:moveTo>
                  <a:lnTo>
                    <a:pt x="2602789" y="0"/>
                  </a:lnTo>
                  <a:lnTo>
                    <a:pt x="2602789" y="258753"/>
                  </a:lnTo>
                  <a:lnTo>
                    <a:pt x="0" y="258753"/>
                  </a:lnTo>
                  <a:close/>
                </a:path>
              </a:pathLst>
            </a:custGeom>
            <a:solidFill>
              <a:srgbClr val="254A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602789" cy="258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2298063">
            <a:off x="7559921" y="1120280"/>
            <a:ext cx="15361663" cy="4678552"/>
          </a:xfrm>
          <a:custGeom>
            <a:avLst/>
            <a:gdLst/>
            <a:ahLst/>
            <a:cxnLst/>
            <a:rect r="r" b="b" t="t" l="l"/>
            <a:pathLst>
              <a:path h="4678552" w="15361663">
                <a:moveTo>
                  <a:pt x="0" y="4678552"/>
                </a:moveTo>
                <a:lnTo>
                  <a:pt x="15361663" y="4678552"/>
                </a:lnTo>
                <a:lnTo>
                  <a:pt x="15361663" y="0"/>
                </a:lnTo>
                <a:lnTo>
                  <a:pt x="0" y="0"/>
                </a:lnTo>
                <a:lnTo>
                  <a:pt x="0" y="46785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451683" y="195804"/>
            <a:ext cx="1634450" cy="163445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BFA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808128" y="449383"/>
            <a:ext cx="921560" cy="1127290"/>
          </a:xfrm>
          <a:custGeom>
            <a:avLst/>
            <a:gdLst/>
            <a:ahLst/>
            <a:cxnLst/>
            <a:rect r="r" b="b" t="t" l="l"/>
            <a:pathLst>
              <a:path h="1127290" w="921560">
                <a:moveTo>
                  <a:pt x="0" y="0"/>
                </a:moveTo>
                <a:lnTo>
                  <a:pt x="921560" y="0"/>
                </a:lnTo>
                <a:lnTo>
                  <a:pt x="921560" y="1127291"/>
                </a:lnTo>
                <a:lnTo>
                  <a:pt x="0" y="1127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519513" y="2622827"/>
            <a:ext cx="9248974" cy="5577160"/>
            <a:chOff x="0" y="0"/>
            <a:chExt cx="2380381" cy="14353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80381" cy="1435377"/>
            </a:xfrm>
            <a:custGeom>
              <a:avLst/>
              <a:gdLst/>
              <a:ahLst/>
              <a:cxnLst/>
              <a:rect r="r" b="b" t="t" l="l"/>
              <a:pathLst>
                <a:path h="1435377" w="2380381">
                  <a:moveTo>
                    <a:pt x="42690" y="0"/>
                  </a:moveTo>
                  <a:lnTo>
                    <a:pt x="2337691" y="0"/>
                  </a:lnTo>
                  <a:cubicBezTo>
                    <a:pt x="2349013" y="0"/>
                    <a:pt x="2359872" y="4498"/>
                    <a:pt x="2367878" y="12504"/>
                  </a:cubicBezTo>
                  <a:cubicBezTo>
                    <a:pt x="2375883" y="20509"/>
                    <a:pt x="2380381" y="31368"/>
                    <a:pt x="2380381" y="42690"/>
                  </a:cubicBezTo>
                  <a:lnTo>
                    <a:pt x="2380381" y="1392687"/>
                  </a:lnTo>
                  <a:cubicBezTo>
                    <a:pt x="2380381" y="1404009"/>
                    <a:pt x="2375883" y="1414868"/>
                    <a:pt x="2367878" y="1422873"/>
                  </a:cubicBezTo>
                  <a:cubicBezTo>
                    <a:pt x="2359872" y="1430879"/>
                    <a:pt x="2349013" y="1435377"/>
                    <a:pt x="2337691" y="1435377"/>
                  </a:cubicBezTo>
                  <a:lnTo>
                    <a:pt x="42690" y="1435377"/>
                  </a:lnTo>
                  <a:cubicBezTo>
                    <a:pt x="31368" y="1435377"/>
                    <a:pt x="20509" y="1430879"/>
                    <a:pt x="12504" y="1422873"/>
                  </a:cubicBezTo>
                  <a:cubicBezTo>
                    <a:pt x="4498" y="1414868"/>
                    <a:pt x="0" y="1404009"/>
                    <a:pt x="0" y="1392687"/>
                  </a:cubicBezTo>
                  <a:lnTo>
                    <a:pt x="0" y="42690"/>
                  </a:lnTo>
                  <a:cubicBezTo>
                    <a:pt x="0" y="31368"/>
                    <a:pt x="4498" y="20509"/>
                    <a:pt x="12504" y="12504"/>
                  </a:cubicBezTo>
                  <a:cubicBezTo>
                    <a:pt x="20509" y="4498"/>
                    <a:pt x="31368" y="0"/>
                    <a:pt x="42690" y="0"/>
                  </a:cubicBezTo>
                  <a:close/>
                </a:path>
              </a:pathLst>
            </a:custGeom>
            <a:solidFill>
              <a:srgbClr val="69BFA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380381" cy="1435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7394" y="546028"/>
            <a:ext cx="9189183" cy="81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2"/>
              </a:lnSpc>
              <a:spcBef>
                <a:spcPct val="0"/>
              </a:spcBef>
            </a:pPr>
            <a:r>
              <a:rPr lang="en-US" b="true" sz="48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Requerimientos funcionales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21986" y="2857985"/>
            <a:ext cx="8806716" cy="56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1735" indent="-305867" lvl="1">
              <a:lnSpc>
                <a:spcPts val="4080"/>
              </a:lnSpc>
              <a:buFont typeface="Arial"/>
              <a:buChar char="•"/>
            </a:pPr>
            <a:r>
              <a:rPr lang="en-US" sz="283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Gestión digital de minutas y actas de comisiones</a:t>
            </a:r>
          </a:p>
          <a:p>
            <a:pPr algn="l">
              <a:lnSpc>
                <a:spcPts val="4080"/>
              </a:lnSpc>
            </a:pPr>
          </a:p>
          <a:p>
            <a:pPr algn="l" marL="611735" indent="-305867" lvl="1">
              <a:lnSpc>
                <a:spcPts val="4080"/>
              </a:lnSpc>
              <a:buFont typeface="Arial"/>
              <a:buChar char="•"/>
            </a:pPr>
            <a:r>
              <a:rPr lang="en-US" sz="283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Registro y control de acuerdos de comisión</a:t>
            </a:r>
          </a:p>
          <a:p>
            <a:pPr algn="l">
              <a:lnSpc>
                <a:spcPts val="4080"/>
              </a:lnSpc>
            </a:pPr>
          </a:p>
          <a:p>
            <a:pPr algn="l" marL="611735" indent="-305867" lvl="1">
              <a:lnSpc>
                <a:spcPts val="4080"/>
              </a:lnSpc>
              <a:buFont typeface="Arial"/>
              <a:buChar char="•"/>
            </a:pPr>
            <a:r>
              <a:rPr lang="en-US" sz="283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Gestión de asistencia y quórum</a:t>
            </a:r>
          </a:p>
          <a:p>
            <a:pPr algn="l">
              <a:lnSpc>
                <a:spcPts val="4080"/>
              </a:lnSpc>
            </a:pPr>
          </a:p>
          <a:p>
            <a:pPr algn="l" marL="611735" indent="-305867" lvl="1">
              <a:lnSpc>
                <a:spcPts val="4080"/>
              </a:lnSpc>
              <a:buFont typeface="Arial"/>
              <a:buChar char="•"/>
            </a:pPr>
            <a:r>
              <a:rPr lang="en-US" sz="283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Control de debates y observaciones en comisión</a:t>
            </a:r>
          </a:p>
          <a:p>
            <a:pPr algn="l">
              <a:lnSpc>
                <a:spcPts val="4080"/>
              </a:lnSpc>
            </a:pPr>
          </a:p>
          <a:p>
            <a:pPr algn="l" marL="611735" indent="-305867" lvl="1">
              <a:lnSpc>
                <a:spcPts val="4080"/>
              </a:lnSpc>
              <a:buFont typeface="Arial"/>
              <a:buChar char="•"/>
            </a:pPr>
            <a:r>
              <a:rPr lang="en-US" sz="283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Historial y trazabilidad de comisiones</a:t>
            </a:r>
          </a:p>
          <a:p>
            <a:pPr algn="l">
              <a:lnSpc>
                <a:spcPts val="4080"/>
              </a:lnSpc>
            </a:pPr>
          </a:p>
          <a:p>
            <a:pPr algn="l">
              <a:lnSpc>
                <a:spcPts val="408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340201"/>
            <a:ext cx="10169416" cy="985325"/>
            <a:chOff x="0" y="0"/>
            <a:chExt cx="2678365" cy="2595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78365" cy="259509"/>
            </a:xfrm>
            <a:custGeom>
              <a:avLst/>
              <a:gdLst/>
              <a:ahLst/>
              <a:cxnLst/>
              <a:rect r="r" b="b" t="t" l="l"/>
              <a:pathLst>
                <a:path h="259509" w="2678365">
                  <a:moveTo>
                    <a:pt x="0" y="0"/>
                  </a:moveTo>
                  <a:lnTo>
                    <a:pt x="2678365" y="0"/>
                  </a:lnTo>
                  <a:lnTo>
                    <a:pt x="2678365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254A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678365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2298063">
            <a:off x="7559921" y="1120280"/>
            <a:ext cx="15361663" cy="4678552"/>
          </a:xfrm>
          <a:custGeom>
            <a:avLst/>
            <a:gdLst/>
            <a:ahLst/>
            <a:cxnLst/>
            <a:rect r="r" b="b" t="t" l="l"/>
            <a:pathLst>
              <a:path h="4678552" w="15361663">
                <a:moveTo>
                  <a:pt x="0" y="4678552"/>
                </a:moveTo>
                <a:lnTo>
                  <a:pt x="15361663" y="4678552"/>
                </a:lnTo>
                <a:lnTo>
                  <a:pt x="15361663" y="0"/>
                </a:lnTo>
                <a:lnTo>
                  <a:pt x="0" y="0"/>
                </a:lnTo>
                <a:lnTo>
                  <a:pt x="0" y="46785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754569" y="1013306"/>
            <a:ext cx="1639115" cy="163911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BFA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101624" y="1254877"/>
            <a:ext cx="945006" cy="1155971"/>
          </a:xfrm>
          <a:custGeom>
            <a:avLst/>
            <a:gdLst/>
            <a:ahLst/>
            <a:cxnLst/>
            <a:rect r="r" b="b" t="t" l="l"/>
            <a:pathLst>
              <a:path h="1155971" w="945006">
                <a:moveTo>
                  <a:pt x="0" y="0"/>
                </a:moveTo>
                <a:lnTo>
                  <a:pt x="945006" y="0"/>
                </a:lnTo>
                <a:lnTo>
                  <a:pt x="945006" y="1155972"/>
                </a:lnTo>
                <a:lnTo>
                  <a:pt x="0" y="1155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18609" y="2986772"/>
            <a:ext cx="16451241" cy="4639418"/>
            <a:chOff x="0" y="0"/>
            <a:chExt cx="4127737" cy="11640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27737" cy="1164064"/>
            </a:xfrm>
            <a:custGeom>
              <a:avLst/>
              <a:gdLst/>
              <a:ahLst/>
              <a:cxnLst/>
              <a:rect r="r" b="b" t="t" l="l"/>
              <a:pathLst>
                <a:path h="1164064" w="4127737">
                  <a:moveTo>
                    <a:pt x="24000" y="0"/>
                  </a:moveTo>
                  <a:lnTo>
                    <a:pt x="4103736" y="0"/>
                  </a:lnTo>
                  <a:cubicBezTo>
                    <a:pt x="4110102" y="0"/>
                    <a:pt x="4116206" y="2529"/>
                    <a:pt x="4120707" y="7030"/>
                  </a:cubicBezTo>
                  <a:cubicBezTo>
                    <a:pt x="4125208" y="11531"/>
                    <a:pt x="4127737" y="17635"/>
                    <a:pt x="4127737" y="24000"/>
                  </a:cubicBezTo>
                  <a:lnTo>
                    <a:pt x="4127737" y="1140063"/>
                  </a:lnTo>
                  <a:cubicBezTo>
                    <a:pt x="4127737" y="1146429"/>
                    <a:pt x="4125208" y="1152533"/>
                    <a:pt x="4120707" y="1157034"/>
                  </a:cubicBezTo>
                  <a:cubicBezTo>
                    <a:pt x="4116206" y="1161535"/>
                    <a:pt x="4110102" y="1164064"/>
                    <a:pt x="4103736" y="1164064"/>
                  </a:cubicBezTo>
                  <a:lnTo>
                    <a:pt x="24000" y="1164064"/>
                  </a:lnTo>
                  <a:cubicBezTo>
                    <a:pt x="17635" y="1164064"/>
                    <a:pt x="11531" y="1161535"/>
                    <a:pt x="7030" y="1157034"/>
                  </a:cubicBezTo>
                  <a:cubicBezTo>
                    <a:pt x="2529" y="1152533"/>
                    <a:pt x="0" y="1146429"/>
                    <a:pt x="0" y="1140063"/>
                  </a:cubicBezTo>
                  <a:lnTo>
                    <a:pt x="0" y="24000"/>
                  </a:lnTo>
                  <a:cubicBezTo>
                    <a:pt x="0" y="17635"/>
                    <a:pt x="2529" y="11531"/>
                    <a:pt x="7030" y="7030"/>
                  </a:cubicBezTo>
                  <a:cubicBezTo>
                    <a:pt x="11531" y="2529"/>
                    <a:pt x="17635" y="0"/>
                    <a:pt x="24000" y="0"/>
                  </a:cubicBezTo>
                  <a:close/>
                </a:path>
              </a:pathLst>
            </a:custGeom>
            <a:solidFill>
              <a:srgbClr val="69BFA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4127737" cy="1164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6337" y="1392491"/>
            <a:ext cx="9598232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80"/>
              </a:lnSpc>
              <a:spcBef>
                <a:spcPct val="0"/>
              </a:spcBef>
            </a:pPr>
            <a:r>
              <a:rPr lang="en-US" b="true" sz="47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Requerimientos no funcionales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4021" y="3434637"/>
            <a:ext cx="7342865" cy="3703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8"/>
              </a:lnSpc>
            </a:pPr>
          </a:p>
          <a:p>
            <a:pPr algn="l" marL="599087" indent="-299544" lvl="1">
              <a:lnSpc>
                <a:spcPts val="4328"/>
              </a:lnSpc>
              <a:buFont typeface="Arial"/>
              <a:buChar char="•"/>
            </a:pPr>
            <a:r>
              <a:rPr lang="en-US" sz="277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</a:t>
            </a:r>
            <a:r>
              <a:rPr lang="en-US" sz="277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lenguaje de programación permitido para el desarrollo es PHP </a:t>
            </a:r>
          </a:p>
          <a:p>
            <a:pPr algn="l">
              <a:lnSpc>
                <a:spcPts val="4328"/>
              </a:lnSpc>
            </a:pPr>
          </a:p>
          <a:p>
            <a:pPr algn="l" marL="599087" indent="-299544" lvl="1">
              <a:lnSpc>
                <a:spcPts val="4328"/>
              </a:lnSpc>
              <a:buFont typeface="Arial"/>
              <a:buChar char="•"/>
            </a:pPr>
            <a:r>
              <a:rPr lang="en-US" sz="277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sistema debe incluir conexión API con FirmaGob y API de Escritorio Digital</a:t>
            </a:r>
          </a:p>
          <a:p>
            <a:pPr algn="l">
              <a:lnSpc>
                <a:spcPts val="3556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144229" y="4039498"/>
            <a:ext cx="7630066" cy="2486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044" indent="-295522" lvl="1">
              <a:lnSpc>
                <a:spcPts val="3832"/>
              </a:lnSpc>
              <a:buFont typeface="Arial"/>
              <a:buChar char="•"/>
            </a:pPr>
            <a:r>
              <a:rPr lang="en-US" sz="27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base de datos utilizada en el sistema debe ser MariaDB.</a:t>
            </a:r>
          </a:p>
          <a:p>
            <a:pPr algn="l">
              <a:lnSpc>
                <a:spcPts val="3832"/>
              </a:lnSpc>
            </a:pPr>
          </a:p>
          <a:p>
            <a:pPr algn="l" marL="591044" indent="-295522" lvl="1">
              <a:lnSpc>
                <a:spcPts val="3832"/>
              </a:lnSpc>
              <a:buFont typeface="Arial"/>
              <a:buChar char="•"/>
            </a:pPr>
            <a:r>
              <a:rPr lang="en-US" sz="27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Los re</a:t>
            </a:r>
            <a:r>
              <a:rPr lang="en-US" sz="27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gistros deben incluir un timestamp.</a:t>
            </a:r>
          </a:p>
          <a:p>
            <a:pPr algn="l">
              <a:lnSpc>
                <a:spcPts val="4532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9BF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59689" y="-2080742"/>
            <a:ext cx="26848689" cy="8642470"/>
          </a:xfrm>
          <a:custGeom>
            <a:avLst/>
            <a:gdLst/>
            <a:ahLst/>
            <a:cxnLst/>
            <a:rect r="r" b="b" t="t" l="l"/>
            <a:pathLst>
              <a:path h="8642470" w="26848689">
                <a:moveTo>
                  <a:pt x="0" y="0"/>
                </a:moveTo>
                <a:lnTo>
                  <a:pt x="26848689" y="0"/>
                </a:lnTo>
                <a:lnTo>
                  <a:pt x="26848689" y="8642470"/>
                </a:lnTo>
                <a:lnTo>
                  <a:pt x="0" y="8642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83475" y="931960"/>
            <a:ext cx="5787097" cy="985325"/>
            <a:chOff x="0" y="0"/>
            <a:chExt cx="1524174" cy="2595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254A4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573335" y="594336"/>
            <a:ext cx="1660574" cy="166057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2884" lIns="22884" bIns="22884" rIns="2288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8958" y="2998611"/>
            <a:ext cx="14505848" cy="3563117"/>
            <a:chOff x="0" y="0"/>
            <a:chExt cx="3280725" cy="8058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80725" cy="805855"/>
            </a:xfrm>
            <a:custGeom>
              <a:avLst/>
              <a:gdLst/>
              <a:ahLst/>
              <a:cxnLst/>
              <a:rect r="r" b="b" t="t" l="l"/>
              <a:pathLst>
                <a:path h="805855" w="3280725">
                  <a:moveTo>
                    <a:pt x="27219" y="0"/>
                  </a:moveTo>
                  <a:lnTo>
                    <a:pt x="3253506" y="0"/>
                  </a:lnTo>
                  <a:cubicBezTo>
                    <a:pt x="3268538" y="0"/>
                    <a:pt x="3280725" y="12186"/>
                    <a:pt x="3280725" y="27219"/>
                  </a:cubicBezTo>
                  <a:lnTo>
                    <a:pt x="3280725" y="778636"/>
                  </a:lnTo>
                  <a:cubicBezTo>
                    <a:pt x="3280725" y="793668"/>
                    <a:pt x="3268538" y="805855"/>
                    <a:pt x="3253506" y="805855"/>
                  </a:cubicBezTo>
                  <a:lnTo>
                    <a:pt x="27219" y="805855"/>
                  </a:lnTo>
                  <a:cubicBezTo>
                    <a:pt x="12186" y="805855"/>
                    <a:pt x="0" y="793668"/>
                    <a:pt x="0" y="778636"/>
                  </a:cubicBezTo>
                  <a:lnTo>
                    <a:pt x="0" y="27219"/>
                  </a:lnTo>
                  <a:cubicBezTo>
                    <a:pt x="0" y="12186"/>
                    <a:pt x="12186" y="0"/>
                    <a:pt x="27219" y="0"/>
                  </a:cubicBezTo>
                  <a:close/>
                </a:path>
              </a:pathLst>
            </a:custGeom>
            <a:solidFill>
              <a:srgbClr val="254A44">
                <a:alpha val="92941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3280725" cy="805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883039" y="739644"/>
            <a:ext cx="1041167" cy="1369957"/>
          </a:xfrm>
          <a:custGeom>
            <a:avLst/>
            <a:gdLst/>
            <a:ahLst/>
            <a:cxnLst/>
            <a:rect r="r" b="b" t="t" l="l"/>
            <a:pathLst>
              <a:path h="1369957" w="1041167">
                <a:moveTo>
                  <a:pt x="0" y="0"/>
                </a:moveTo>
                <a:lnTo>
                  <a:pt x="1041167" y="0"/>
                </a:lnTo>
                <a:lnTo>
                  <a:pt x="1041167" y="1369957"/>
                </a:lnTo>
                <a:lnTo>
                  <a:pt x="0" y="13699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30516" y="836710"/>
            <a:ext cx="279216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82313" y="3665966"/>
            <a:ext cx="13923373" cy="2161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9"/>
              </a:lnSpc>
            </a:pPr>
            <a:r>
              <a:rPr lang="en-US" sz="4142">
                <a:solidFill>
                  <a:srgbClr val="F4F8FF"/>
                </a:solidFill>
                <a:latin typeface="Open Sans"/>
                <a:ea typeface="Open Sans"/>
                <a:cs typeface="Open Sans"/>
                <a:sym typeface="Open Sans"/>
              </a:rPr>
              <a:t>Desarrollar una plataforma que permitirá digitalizar el flujo de documentación y votaciones que se generan en las comisiones del CORE VALPARAÍSO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4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88250" y="536038"/>
            <a:ext cx="5787097" cy="985325"/>
            <a:chOff x="0" y="0"/>
            <a:chExt cx="1524174" cy="2595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10699">
            <a:off x="2842672" y="4160999"/>
            <a:ext cx="17432375" cy="5611402"/>
          </a:xfrm>
          <a:custGeom>
            <a:avLst/>
            <a:gdLst/>
            <a:ahLst/>
            <a:cxnLst/>
            <a:rect r="r" b="b" t="t" l="l"/>
            <a:pathLst>
              <a:path h="5611402" w="17432375">
                <a:moveTo>
                  <a:pt x="0" y="0"/>
                </a:moveTo>
                <a:lnTo>
                  <a:pt x="17432375" y="0"/>
                </a:lnTo>
                <a:lnTo>
                  <a:pt x="17432375" y="5611402"/>
                </a:lnTo>
                <a:lnTo>
                  <a:pt x="0" y="5611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35334" y="265187"/>
            <a:ext cx="1527026" cy="152702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BFA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755782" y="536038"/>
            <a:ext cx="1086129" cy="938144"/>
          </a:xfrm>
          <a:custGeom>
            <a:avLst/>
            <a:gdLst/>
            <a:ahLst/>
            <a:cxnLst/>
            <a:rect r="r" b="b" t="t" l="l"/>
            <a:pathLst>
              <a:path h="938144" w="1086129">
                <a:moveTo>
                  <a:pt x="0" y="0"/>
                </a:moveTo>
                <a:lnTo>
                  <a:pt x="1086130" y="0"/>
                </a:lnTo>
                <a:lnTo>
                  <a:pt x="1086130" y="938144"/>
                </a:lnTo>
                <a:lnTo>
                  <a:pt x="0" y="9381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81877" y="3224500"/>
            <a:ext cx="4219927" cy="3742199"/>
          </a:xfrm>
          <a:custGeom>
            <a:avLst/>
            <a:gdLst/>
            <a:ahLst/>
            <a:cxnLst/>
            <a:rect r="r" b="b" t="t" l="l"/>
            <a:pathLst>
              <a:path h="3742199" w="4219927">
                <a:moveTo>
                  <a:pt x="0" y="0"/>
                </a:moveTo>
                <a:lnTo>
                  <a:pt x="4219926" y="0"/>
                </a:lnTo>
                <a:lnTo>
                  <a:pt x="4219926" y="3742200"/>
                </a:lnTo>
                <a:lnTo>
                  <a:pt x="0" y="374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2765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810048" y="1028700"/>
            <a:ext cx="10449252" cy="8450832"/>
          </a:xfrm>
          <a:custGeom>
            <a:avLst/>
            <a:gdLst/>
            <a:ahLst/>
            <a:cxnLst/>
            <a:rect r="r" b="b" t="t" l="l"/>
            <a:pathLst>
              <a:path h="8450832" w="10449252">
                <a:moveTo>
                  <a:pt x="0" y="0"/>
                </a:moveTo>
                <a:lnTo>
                  <a:pt x="10449252" y="0"/>
                </a:lnTo>
                <a:lnTo>
                  <a:pt x="10449252" y="8450832"/>
                </a:lnTo>
                <a:lnTo>
                  <a:pt x="0" y="84508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40552" y="544513"/>
            <a:ext cx="249763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Kick Off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4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7775" y="441767"/>
            <a:ext cx="5787097" cy="985325"/>
            <a:chOff x="0" y="0"/>
            <a:chExt cx="1524174" cy="2595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2355953">
            <a:off x="7003660" y="5687264"/>
            <a:ext cx="13568203" cy="4367543"/>
          </a:xfrm>
          <a:custGeom>
            <a:avLst/>
            <a:gdLst/>
            <a:ahLst/>
            <a:cxnLst/>
            <a:rect r="r" b="b" t="t" l="l"/>
            <a:pathLst>
              <a:path h="4367543" w="13568203">
                <a:moveTo>
                  <a:pt x="0" y="0"/>
                </a:moveTo>
                <a:lnTo>
                  <a:pt x="13568204" y="0"/>
                </a:lnTo>
                <a:lnTo>
                  <a:pt x="13568204" y="4367542"/>
                </a:lnTo>
                <a:lnTo>
                  <a:pt x="0" y="4367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25809" y="170917"/>
            <a:ext cx="1527026" cy="152702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BFA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893998" y="353500"/>
            <a:ext cx="791517" cy="1161860"/>
          </a:xfrm>
          <a:custGeom>
            <a:avLst/>
            <a:gdLst/>
            <a:ahLst/>
            <a:cxnLst/>
            <a:rect r="r" b="b" t="t" l="l"/>
            <a:pathLst>
              <a:path h="1161860" w="791517">
                <a:moveTo>
                  <a:pt x="0" y="0"/>
                </a:moveTo>
                <a:lnTo>
                  <a:pt x="791517" y="0"/>
                </a:lnTo>
                <a:lnTo>
                  <a:pt x="791517" y="1161860"/>
                </a:lnTo>
                <a:lnTo>
                  <a:pt x="0" y="11618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21254" y="2072557"/>
            <a:ext cx="15704236" cy="6831343"/>
          </a:xfrm>
          <a:custGeom>
            <a:avLst/>
            <a:gdLst/>
            <a:ahLst/>
            <a:cxnLst/>
            <a:rect r="r" b="b" t="t" l="l"/>
            <a:pathLst>
              <a:path h="6831343" w="15704236">
                <a:moveTo>
                  <a:pt x="0" y="0"/>
                </a:moveTo>
                <a:lnTo>
                  <a:pt x="15704236" y="0"/>
                </a:lnTo>
                <a:lnTo>
                  <a:pt x="15704236" y="6831343"/>
                </a:lnTo>
                <a:lnTo>
                  <a:pt x="0" y="6831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6782" y="346517"/>
            <a:ext cx="424472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Arquitectura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4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7775" y="824375"/>
            <a:ext cx="5787097" cy="985325"/>
            <a:chOff x="0" y="0"/>
            <a:chExt cx="1524174" cy="2595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174" cy="259509"/>
            </a:xfrm>
            <a:custGeom>
              <a:avLst/>
              <a:gdLst/>
              <a:ahLst/>
              <a:cxnLst/>
              <a:rect r="r" b="b" t="t" l="l"/>
              <a:pathLst>
                <a:path h="259509" w="1524174">
                  <a:moveTo>
                    <a:pt x="0" y="0"/>
                  </a:moveTo>
                  <a:lnTo>
                    <a:pt x="1524174" y="0"/>
                  </a:lnTo>
                  <a:lnTo>
                    <a:pt x="1524174" y="259509"/>
                  </a:lnTo>
                  <a:lnTo>
                    <a:pt x="0" y="259509"/>
                  </a:ln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524174" cy="259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2355953">
            <a:off x="7003660" y="5687264"/>
            <a:ext cx="13568203" cy="4367543"/>
          </a:xfrm>
          <a:custGeom>
            <a:avLst/>
            <a:gdLst/>
            <a:ahLst/>
            <a:cxnLst/>
            <a:rect r="r" b="b" t="t" l="l"/>
            <a:pathLst>
              <a:path h="4367543" w="13568203">
                <a:moveTo>
                  <a:pt x="0" y="0"/>
                </a:moveTo>
                <a:lnTo>
                  <a:pt x="13568204" y="0"/>
                </a:lnTo>
                <a:lnTo>
                  <a:pt x="13568204" y="4367542"/>
                </a:lnTo>
                <a:lnTo>
                  <a:pt x="0" y="4367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525809" y="553525"/>
            <a:ext cx="1527026" cy="152702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BFA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942618" y="4206811"/>
            <a:ext cx="853982" cy="915575"/>
          </a:xfrm>
          <a:custGeom>
            <a:avLst/>
            <a:gdLst/>
            <a:ahLst/>
            <a:cxnLst/>
            <a:rect r="r" b="b" t="t" l="l"/>
            <a:pathLst>
              <a:path h="915575" w="853982">
                <a:moveTo>
                  <a:pt x="0" y="0"/>
                </a:moveTo>
                <a:lnTo>
                  <a:pt x="853981" y="0"/>
                </a:lnTo>
                <a:lnTo>
                  <a:pt x="853981" y="915574"/>
                </a:lnTo>
                <a:lnTo>
                  <a:pt x="0" y="915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942618" y="5301414"/>
            <a:ext cx="853982" cy="915575"/>
          </a:xfrm>
          <a:custGeom>
            <a:avLst/>
            <a:gdLst/>
            <a:ahLst/>
            <a:cxnLst/>
            <a:rect r="r" b="b" t="t" l="l"/>
            <a:pathLst>
              <a:path h="915575" w="853982">
                <a:moveTo>
                  <a:pt x="0" y="0"/>
                </a:moveTo>
                <a:lnTo>
                  <a:pt x="853981" y="0"/>
                </a:lnTo>
                <a:lnTo>
                  <a:pt x="853981" y="915575"/>
                </a:lnTo>
                <a:lnTo>
                  <a:pt x="0" y="9155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729070" y="756785"/>
            <a:ext cx="1120505" cy="1120505"/>
          </a:xfrm>
          <a:custGeom>
            <a:avLst/>
            <a:gdLst/>
            <a:ahLst/>
            <a:cxnLst/>
            <a:rect r="r" b="b" t="t" l="l"/>
            <a:pathLst>
              <a:path h="1120505" w="1120505">
                <a:moveTo>
                  <a:pt x="0" y="0"/>
                </a:moveTo>
                <a:lnTo>
                  <a:pt x="1120504" y="0"/>
                </a:lnTo>
                <a:lnTo>
                  <a:pt x="1120504" y="1120505"/>
                </a:lnTo>
                <a:lnTo>
                  <a:pt x="0" y="11205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981483" y="1094572"/>
            <a:ext cx="9806279" cy="8163728"/>
          </a:xfrm>
          <a:custGeom>
            <a:avLst/>
            <a:gdLst/>
            <a:ahLst/>
            <a:cxnLst/>
            <a:rect r="r" b="b" t="t" l="l"/>
            <a:pathLst>
              <a:path h="8163728" w="9806279">
                <a:moveTo>
                  <a:pt x="0" y="0"/>
                </a:moveTo>
                <a:lnTo>
                  <a:pt x="9806279" y="0"/>
                </a:lnTo>
                <a:lnTo>
                  <a:pt x="9806279" y="8163728"/>
                </a:lnTo>
                <a:lnTo>
                  <a:pt x="0" y="81637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99390" y="825865"/>
            <a:ext cx="411902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Metodologia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4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27308">
            <a:off x="-6906184" y="-1872346"/>
            <a:ext cx="17016201" cy="6180151"/>
          </a:xfrm>
          <a:custGeom>
            <a:avLst/>
            <a:gdLst/>
            <a:ahLst/>
            <a:cxnLst/>
            <a:rect r="r" b="b" t="t" l="l"/>
            <a:pathLst>
              <a:path h="6180151" w="17016201">
                <a:moveTo>
                  <a:pt x="0" y="0"/>
                </a:moveTo>
                <a:lnTo>
                  <a:pt x="17016202" y="0"/>
                </a:lnTo>
                <a:lnTo>
                  <a:pt x="17016202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27308">
            <a:off x="5573157" y="7333859"/>
            <a:ext cx="17016201" cy="6180151"/>
          </a:xfrm>
          <a:custGeom>
            <a:avLst/>
            <a:gdLst/>
            <a:ahLst/>
            <a:cxnLst/>
            <a:rect r="r" b="b" t="t" l="l"/>
            <a:pathLst>
              <a:path h="6180151" w="17016201">
                <a:moveTo>
                  <a:pt x="0" y="0"/>
                </a:moveTo>
                <a:lnTo>
                  <a:pt x="17016202" y="0"/>
                </a:lnTo>
                <a:lnTo>
                  <a:pt x="17016202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35664" y="276961"/>
            <a:ext cx="6156111" cy="1762698"/>
            <a:chOff x="0" y="0"/>
            <a:chExt cx="8208148" cy="235026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561083"/>
              <a:ext cx="6651898" cy="1228099"/>
              <a:chOff x="0" y="0"/>
              <a:chExt cx="1405611" cy="25950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405611" cy="259509"/>
              </a:xfrm>
              <a:custGeom>
                <a:avLst/>
                <a:gdLst/>
                <a:ahLst/>
                <a:cxnLst/>
                <a:rect r="r" b="b" t="t" l="l"/>
                <a:pathLst>
                  <a:path h="259509" w="1405611">
                    <a:moveTo>
                      <a:pt x="0" y="0"/>
                    </a:moveTo>
                    <a:lnTo>
                      <a:pt x="1405611" y="0"/>
                    </a:lnTo>
                    <a:lnTo>
                      <a:pt x="1405611" y="259509"/>
                    </a:lnTo>
                    <a:lnTo>
                      <a:pt x="0" y="259509"/>
                    </a:lnTo>
                    <a:close/>
                  </a:path>
                </a:pathLst>
              </a:custGeom>
              <a:solidFill>
                <a:srgbClr val="F4F8F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0"/>
                <a:ext cx="1405611" cy="2595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21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5857883" y="0"/>
              <a:ext cx="2350264" cy="2350264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0D8D4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21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423828" y="599847"/>
              <a:ext cx="3731508" cy="1065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751"/>
                </a:lnSpc>
                <a:spcBef>
                  <a:spcPct val="0"/>
                </a:spcBef>
              </a:pPr>
              <a:r>
                <a:rPr lang="en-US" b="true" sz="4822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Roles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189658" y="411466"/>
            <a:ext cx="1262002" cy="1234468"/>
          </a:xfrm>
          <a:custGeom>
            <a:avLst/>
            <a:gdLst/>
            <a:ahLst/>
            <a:cxnLst/>
            <a:rect r="r" b="b" t="t" l="l"/>
            <a:pathLst>
              <a:path h="1234468" w="1262002">
                <a:moveTo>
                  <a:pt x="0" y="0"/>
                </a:moveTo>
                <a:lnTo>
                  <a:pt x="1262002" y="0"/>
                </a:lnTo>
                <a:lnTo>
                  <a:pt x="1262002" y="1234468"/>
                </a:lnTo>
                <a:lnTo>
                  <a:pt x="0" y="1234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956560" y="6525399"/>
            <a:ext cx="5706351" cy="1317436"/>
            <a:chOff x="0" y="0"/>
            <a:chExt cx="1405611" cy="3245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05611" cy="324516"/>
            </a:xfrm>
            <a:custGeom>
              <a:avLst/>
              <a:gdLst/>
              <a:ahLst/>
              <a:cxnLst/>
              <a:rect r="r" b="b" t="t" l="l"/>
              <a:pathLst>
                <a:path h="324516" w="1405611">
                  <a:moveTo>
                    <a:pt x="0" y="0"/>
                  </a:moveTo>
                  <a:lnTo>
                    <a:pt x="1405611" y="0"/>
                  </a:lnTo>
                  <a:lnTo>
                    <a:pt x="1405611" y="324516"/>
                  </a:lnTo>
                  <a:lnTo>
                    <a:pt x="0" y="324516"/>
                  </a:ln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405611" cy="324516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0953" y="6142125"/>
            <a:ext cx="2016181" cy="201618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0D8D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967455" y="3523861"/>
            <a:ext cx="5706351" cy="1393699"/>
            <a:chOff x="0" y="0"/>
            <a:chExt cx="1405611" cy="3433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05611" cy="343302"/>
            </a:xfrm>
            <a:custGeom>
              <a:avLst/>
              <a:gdLst/>
              <a:ahLst/>
              <a:cxnLst/>
              <a:rect r="r" b="b" t="t" l="l"/>
              <a:pathLst>
                <a:path h="343302" w="1405611">
                  <a:moveTo>
                    <a:pt x="0" y="0"/>
                  </a:moveTo>
                  <a:lnTo>
                    <a:pt x="1405611" y="0"/>
                  </a:lnTo>
                  <a:lnTo>
                    <a:pt x="1405611" y="343302"/>
                  </a:lnTo>
                  <a:lnTo>
                    <a:pt x="0" y="343302"/>
                  </a:ln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405611" cy="343302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80953" y="3212620"/>
            <a:ext cx="2016181" cy="201618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0D8D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727581" y="3331178"/>
            <a:ext cx="1122924" cy="1648329"/>
          </a:xfrm>
          <a:custGeom>
            <a:avLst/>
            <a:gdLst/>
            <a:ahLst/>
            <a:cxnLst/>
            <a:rect r="r" b="b" t="t" l="l"/>
            <a:pathLst>
              <a:path h="1648329" w="1122924">
                <a:moveTo>
                  <a:pt x="0" y="0"/>
                </a:moveTo>
                <a:lnTo>
                  <a:pt x="1122924" y="0"/>
                </a:lnTo>
                <a:lnTo>
                  <a:pt x="1122924" y="1648329"/>
                </a:lnTo>
                <a:lnTo>
                  <a:pt x="0" y="1648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0687951" y="3659780"/>
            <a:ext cx="4988924" cy="3524337"/>
            <a:chOff x="0" y="0"/>
            <a:chExt cx="1405611" cy="99296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05611" cy="992969"/>
            </a:xfrm>
            <a:custGeom>
              <a:avLst/>
              <a:gdLst/>
              <a:ahLst/>
              <a:cxnLst/>
              <a:rect r="r" b="b" t="t" l="l"/>
              <a:pathLst>
                <a:path h="992969" w="1405611">
                  <a:moveTo>
                    <a:pt x="0" y="0"/>
                  </a:moveTo>
                  <a:lnTo>
                    <a:pt x="1405611" y="0"/>
                  </a:lnTo>
                  <a:lnTo>
                    <a:pt x="1405611" y="992969"/>
                  </a:lnTo>
                  <a:lnTo>
                    <a:pt x="0" y="992969"/>
                  </a:ln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405611" cy="992969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301064" y="2282934"/>
            <a:ext cx="1762698" cy="1762698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0D8D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47487" lIns="47487" bIns="47487" rIns="47487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2548704" y="2539791"/>
            <a:ext cx="1315846" cy="1296707"/>
          </a:xfrm>
          <a:custGeom>
            <a:avLst/>
            <a:gdLst/>
            <a:ahLst/>
            <a:cxnLst/>
            <a:rect r="r" b="b" t="t" l="l"/>
            <a:pathLst>
              <a:path h="1296707" w="1315846">
                <a:moveTo>
                  <a:pt x="0" y="0"/>
                </a:moveTo>
                <a:lnTo>
                  <a:pt x="1315847" y="0"/>
                </a:lnTo>
                <a:lnTo>
                  <a:pt x="1315847" y="1296707"/>
                </a:lnTo>
                <a:lnTo>
                  <a:pt x="0" y="12967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2956560" y="6398834"/>
            <a:ext cx="5706351" cy="94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5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Scrum Master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974775" y="7117442"/>
            <a:ext cx="5706351" cy="604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4"/>
              </a:lnSpc>
            </a:pPr>
            <a:r>
              <a:rPr lang="en-US" sz="3588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Jorge Sepúlveda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967455" y="4253771"/>
            <a:ext cx="5706351" cy="663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4"/>
              </a:lnSpc>
            </a:pPr>
            <a:r>
              <a:rPr lang="en-US" sz="3888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Enrique Astudillo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974775" y="3384773"/>
            <a:ext cx="5706351" cy="93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22"/>
              </a:lnSpc>
              <a:spcBef>
                <a:spcPct val="0"/>
              </a:spcBef>
            </a:pPr>
            <a:r>
              <a:rPr lang="en-US" b="true" sz="551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Product owner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687951" y="4883766"/>
            <a:ext cx="498892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Génesis Contreras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687951" y="5568931"/>
            <a:ext cx="498892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Pedro Vergara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697476" y="6205711"/>
            <a:ext cx="498892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Jorge Sepúlveda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697476" y="3959907"/>
            <a:ext cx="4979399" cy="81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38"/>
              </a:lnSpc>
              <a:spcBef>
                <a:spcPct val="0"/>
              </a:spcBef>
            </a:pPr>
            <a:r>
              <a:rPr lang="en-US" b="true" sz="481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Scrum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727581" y="6326051"/>
            <a:ext cx="1122924" cy="1648329"/>
          </a:xfrm>
          <a:custGeom>
            <a:avLst/>
            <a:gdLst/>
            <a:ahLst/>
            <a:cxnLst/>
            <a:rect r="r" b="b" t="t" l="l"/>
            <a:pathLst>
              <a:path h="1648329" w="1122924">
                <a:moveTo>
                  <a:pt x="0" y="0"/>
                </a:moveTo>
                <a:lnTo>
                  <a:pt x="1122924" y="0"/>
                </a:lnTo>
                <a:lnTo>
                  <a:pt x="1122924" y="1648329"/>
                </a:lnTo>
                <a:lnTo>
                  <a:pt x="0" y="1648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9BF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399873">
            <a:off x="-2360410" y="-1037504"/>
            <a:ext cx="21189973" cy="7166188"/>
          </a:xfrm>
          <a:custGeom>
            <a:avLst/>
            <a:gdLst/>
            <a:ahLst/>
            <a:cxnLst/>
            <a:rect r="r" b="b" t="t" l="l"/>
            <a:pathLst>
              <a:path h="7166188" w="21189973">
                <a:moveTo>
                  <a:pt x="0" y="0"/>
                </a:moveTo>
                <a:lnTo>
                  <a:pt x="21189974" y="0"/>
                </a:lnTo>
                <a:lnTo>
                  <a:pt x="21189974" y="7166188"/>
                </a:lnTo>
                <a:lnTo>
                  <a:pt x="0" y="7166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37241" y="300555"/>
            <a:ext cx="5561006" cy="792054"/>
            <a:chOff x="0" y="0"/>
            <a:chExt cx="1464627" cy="2086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4627" cy="208607"/>
            </a:xfrm>
            <a:custGeom>
              <a:avLst/>
              <a:gdLst/>
              <a:ahLst/>
              <a:cxnLst/>
              <a:rect r="r" b="b" t="t" l="l"/>
              <a:pathLst>
                <a:path h="208607" w="1464627">
                  <a:moveTo>
                    <a:pt x="0" y="0"/>
                  </a:moveTo>
                  <a:lnTo>
                    <a:pt x="1464627" y="0"/>
                  </a:lnTo>
                  <a:lnTo>
                    <a:pt x="1464627" y="208607"/>
                  </a:lnTo>
                  <a:lnTo>
                    <a:pt x="0" y="208607"/>
                  </a:lnTo>
                  <a:close/>
                </a:path>
              </a:pathLst>
            </a:custGeom>
            <a:solidFill>
              <a:srgbClr val="254A4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464627" cy="208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856517" y="100603"/>
            <a:ext cx="1256028" cy="12560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F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22884" lIns="22884" bIns="22884" rIns="22884"/>
            <a:lstStyle/>
            <a:p>
              <a:pPr algn="ctr">
                <a:lnSpc>
                  <a:spcPts val="23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009389" y="300555"/>
            <a:ext cx="880933" cy="824874"/>
          </a:xfrm>
          <a:custGeom>
            <a:avLst/>
            <a:gdLst/>
            <a:ahLst/>
            <a:cxnLst/>
            <a:rect r="r" b="b" t="t" l="l"/>
            <a:pathLst>
              <a:path h="824874" w="880933">
                <a:moveTo>
                  <a:pt x="0" y="0"/>
                </a:moveTo>
                <a:lnTo>
                  <a:pt x="880934" y="0"/>
                </a:lnTo>
                <a:lnTo>
                  <a:pt x="880934" y="824874"/>
                </a:lnTo>
                <a:lnTo>
                  <a:pt x="0" y="8248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41109" y="1405139"/>
            <a:ext cx="17479578" cy="8586842"/>
          </a:xfrm>
          <a:custGeom>
            <a:avLst/>
            <a:gdLst/>
            <a:ahLst/>
            <a:cxnLst/>
            <a:rect r="r" b="b" t="t" l="l"/>
            <a:pathLst>
              <a:path h="8586842" w="17479578">
                <a:moveTo>
                  <a:pt x="0" y="0"/>
                </a:moveTo>
                <a:lnTo>
                  <a:pt x="17479577" y="0"/>
                </a:lnTo>
                <a:lnTo>
                  <a:pt x="17479577" y="8586842"/>
                </a:lnTo>
                <a:lnTo>
                  <a:pt x="0" y="85868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89233" y="151130"/>
            <a:ext cx="393415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Cronograma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DAFeq8hiLF8</dc:identifier>
  <dcterms:modified xsi:type="dcterms:W3CDTF">2011-08-01T06:04:30Z</dcterms:modified>
  <cp:revision>1</cp:revision>
  <dc:title>Propuesta de proyecto digital</dc:title>
</cp:coreProperties>
</file>