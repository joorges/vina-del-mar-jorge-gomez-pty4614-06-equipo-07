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x="18288000" cy="10287000"/>
  <p:notesSz cx="6858000" cy="9144000"/>
  <p:embeddedFontLst>
    <p:embeddedFont>
      <p:font typeface="Anton" charset="1" panose="00000500000000000000"/>
      <p:regular r:id="rId27"/>
    </p:embeddedFont>
    <p:embeddedFont>
      <p:font typeface="Questrial" charset="1" panose="02000000000000000000"/>
      <p:regular r:id="rId28"/>
    </p:embeddedFont>
    <p:embeddedFont>
      <p:font typeface="Arimo" charset="1" panose="020B0604020202020204"/>
      <p:regular r:id="rId29"/>
    </p:embeddedFont>
    <p:embeddedFont>
      <p:font typeface="League Spartan" charset="1" panose="00000800000000000000"/>
      <p:regular r:id="rId30"/>
    </p:embeddedFont>
    <p:embeddedFont>
      <p:font typeface="Open Sans Bold" charset="1" panose="020B0806030504020204"/>
      <p:regular r:id="rId31"/>
    </p:embeddedFont>
    <p:embeddedFont>
      <p:font typeface="Open Sans Extra Bold" charset="1" panose="020B0906030804020204"/>
      <p:regular r:id="rId32"/>
    </p:embeddedFont>
    <p:embeddedFont>
      <p:font typeface="Open Sans" charset="1" panose="020B0606030504020204"/>
      <p:regular r:id="rId33"/>
    </p:embeddedFont>
    <p:embeddedFont>
      <p:font typeface="Montserrat Bold" charset="1" panose="00000600000000000000"/>
      <p:regular r:id="rId3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fonts/font31.fntdata" Type="http://schemas.openxmlformats.org/officeDocument/2006/relationships/font"/><Relationship Id="rId32" Target="fonts/font32.fntdata" Type="http://schemas.openxmlformats.org/officeDocument/2006/relationships/font"/><Relationship Id="rId33" Target="fonts/font33.fntdata" Type="http://schemas.openxmlformats.org/officeDocument/2006/relationships/font"/><Relationship Id="rId34" Target="fonts/font34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svg" Type="http://schemas.openxmlformats.org/officeDocument/2006/relationships/image"/><Relationship Id="rId4" Target="../media/image10.png" Type="http://schemas.openxmlformats.org/officeDocument/2006/relationships/image"/><Relationship Id="rId5" Target="../media/image11.svg" Type="http://schemas.openxmlformats.org/officeDocument/2006/relationships/image"/><Relationship Id="rId6" Target="../media/image12.png" Type="http://schemas.openxmlformats.org/officeDocument/2006/relationships/image"/><Relationship Id="rId7" Target="../media/image13.svg" Type="http://schemas.openxmlformats.org/officeDocument/2006/relationships/image"/><Relationship Id="rId8" Target="../media/image2.png" Type="http://schemas.openxmlformats.org/officeDocument/2006/relationships/image"/><Relationship Id="rId9" Target="../media/image14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4.png" Type="http://schemas.openxmlformats.org/officeDocument/2006/relationships/image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8.png" Type="http://schemas.openxmlformats.org/officeDocument/2006/relationships/image"/><Relationship Id="rId5" Target="../media/image9.svg" Type="http://schemas.openxmlformats.org/officeDocument/2006/relationships/image"/><Relationship Id="rId6" Target="../media/image12.png" Type="http://schemas.openxmlformats.org/officeDocument/2006/relationships/image"/><Relationship Id="rId7" Target="../media/image13.svg" Type="http://schemas.openxmlformats.org/officeDocument/2006/relationships/image"/><Relationship Id="rId8" Target="../media/image15.png" Type="http://schemas.openxmlformats.org/officeDocument/2006/relationships/image"/><Relationship Id="rId9" Target="../media/image2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4.png" Type="http://schemas.openxmlformats.org/officeDocument/2006/relationships/image"/><Relationship Id="rId11" Target="../media/image16.png" Type="http://schemas.openxmlformats.org/officeDocument/2006/relationships/image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8.png" Type="http://schemas.openxmlformats.org/officeDocument/2006/relationships/image"/><Relationship Id="rId5" Target="../media/image9.svg" Type="http://schemas.openxmlformats.org/officeDocument/2006/relationships/image"/><Relationship Id="rId6" Target="../media/image12.png" Type="http://schemas.openxmlformats.org/officeDocument/2006/relationships/image"/><Relationship Id="rId7" Target="../media/image13.svg" Type="http://schemas.openxmlformats.org/officeDocument/2006/relationships/image"/><Relationship Id="rId8" Target="../media/image2.png" Type="http://schemas.openxmlformats.org/officeDocument/2006/relationships/image"/><Relationship Id="rId9" Target="../media/image1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media/image18.svg" Type="http://schemas.openxmlformats.org/officeDocument/2006/relationships/image"/><Relationship Id="rId4" Target="../media/image19.png" Type="http://schemas.openxmlformats.org/officeDocument/2006/relationships/image"/><Relationship Id="rId5" Target="../media/image20.png" Type="http://schemas.openxmlformats.org/officeDocument/2006/relationships/image"/><Relationship Id="rId6" Target="../media/image21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png" Type="http://schemas.openxmlformats.org/officeDocument/2006/relationships/image"/><Relationship Id="rId3" Target="../media/image23.svg" Type="http://schemas.openxmlformats.org/officeDocument/2006/relationships/image"/><Relationship Id="rId4" Target="../media/image24.png" Type="http://schemas.openxmlformats.org/officeDocument/2006/relationships/image"/><Relationship Id="rId5" Target="../media/image25.svg" Type="http://schemas.openxmlformats.org/officeDocument/2006/relationships/image"/><Relationship Id="rId6" Target="../media/image26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7.png" Type="http://schemas.openxmlformats.org/officeDocument/2006/relationships/image"/><Relationship Id="rId3" Target="../media/image28.svg" Type="http://schemas.openxmlformats.org/officeDocument/2006/relationships/image"/><Relationship Id="rId4" Target="../media/image29.png" Type="http://schemas.openxmlformats.org/officeDocument/2006/relationships/image"/><Relationship Id="rId5" Target="../media/image30.svg" Type="http://schemas.openxmlformats.org/officeDocument/2006/relationships/image"/><Relationship Id="rId6" Target="../media/image31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2.png" Type="http://schemas.openxmlformats.org/officeDocument/2006/relationships/image"/><Relationship Id="rId3" Target="../media/image33.svg" Type="http://schemas.openxmlformats.org/officeDocument/2006/relationships/image"/><Relationship Id="rId4" Target="../media/image29.png" Type="http://schemas.openxmlformats.org/officeDocument/2006/relationships/image"/><Relationship Id="rId5" Target="../media/image30.svg" Type="http://schemas.openxmlformats.org/officeDocument/2006/relationships/image"/><Relationship Id="rId6" Target="../media/image34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png" Type="http://schemas.openxmlformats.org/officeDocument/2006/relationships/image"/><Relationship Id="rId3" Target="../media/image23.svg" Type="http://schemas.openxmlformats.org/officeDocument/2006/relationships/image"/><Relationship Id="rId4" Target="../media/image35.png" Type="http://schemas.openxmlformats.org/officeDocument/2006/relationships/image"/><Relationship Id="rId5" Target="../media/image36.svg" Type="http://schemas.openxmlformats.org/officeDocument/2006/relationships/image"/><Relationship Id="rId6" Target="../media/image37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8.png" Type="http://schemas.openxmlformats.org/officeDocument/2006/relationships/image"/><Relationship Id="rId3" Target="../media/image39.svg" Type="http://schemas.openxmlformats.org/officeDocument/2006/relationships/image"/><Relationship Id="rId4" Target="../media/image40.png" Type="http://schemas.openxmlformats.org/officeDocument/2006/relationships/image"/><Relationship Id="rId5" Target="../media/image41.svg" Type="http://schemas.openxmlformats.org/officeDocument/2006/relationships/image"/><Relationship Id="rId6" Target="../media/image42.png" Type="http://schemas.openxmlformats.org/officeDocument/2006/relationships/image"/><Relationship Id="rId7" Target="../media/image43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2.svg" Type="http://schemas.openxmlformats.org/officeDocument/2006/relationships/image"/><Relationship Id="rId11" Target="../media/image53.png" Type="http://schemas.openxmlformats.org/officeDocument/2006/relationships/image"/><Relationship Id="rId12" Target="../media/image54.svg" Type="http://schemas.openxmlformats.org/officeDocument/2006/relationships/image"/><Relationship Id="rId13" Target="../media/image55.png" Type="http://schemas.openxmlformats.org/officeDocument/2006/relationships/image"/><Relationship Id="rId14" Target="../media/image56.svg" Type="http://schemas.openxmlformats.org/officeDocument/2006/relationships/image"/><Relationship Id="rId15" Target="../media/image57.png" Type="http://schemas.openxmlformats.org/officeDocument/2006/relationships/image"/><Relationship Id="rId16" Target="../media/image58.png" Type="http://schemas.openxmlformats.org/officeDocument/2006/relationships/image"/><Relationship Id="rId17" Target="../media/image59.png" Type="http://schemas.openxmlformats.org/officeDocument/2006/relationships/image"/><Relationship Id="rId18" Target="../media/image60.svg" Type="http://schemas.openxmlformats.org/officeDocument/2006/relationships/image"/><Relationship Id="rId19" Target="../media/image61.png" Type="http://schemas.openxmlformats.org/officeDocument/2006/relationships/image"/><Relationship Id="rId2" Target="../media/image44.png" Type="http://schemas.openxmlformats.org/officeDocument/2006/relationships/image"/><Relationship Id="rId3" Target="../media/image45.svg" Type="http://schemas.openxmlformats.org/officeDocument/2006/relationships/image"/><Relationship Id="rId4" Target="../media/image46.png" Type="http://schemas.openxmlformats.org/officeDocument/2006/relationships/image"/><Relationship Id="rId5" Target="../media/image47.svg" Type="http://schemas.openxmlformats.org/officeDocument/2006/relationships/image"/><Relationship Id="rId6" Target="../media/image48.png" Type="http://schemas.openxmlformats.org/officeDocument/2006/relationships/image"/><Relationship Id="rId7" Target="../media/image49.png" Type="http://schemas.openxmlformats.org/officeDocument/2006/relationships/image"/><Relationship Id="rId8" Target="../media/image50.svg" Type="http://schemas.openxmlformats.org/officeDocument/2006/relationships/image"/><Relationship Id="rId9" Target="../media/image51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2.png" Type="http://schemas.openxmlformats.org/officeDocument/2006/relationships/image"/><Relationship Id="rId3" Target="../media/image63.svg" Type="http://schemas.openxmlformats.org/officeDocument/2006/relationships/image"/><Relationship Id="rId4" Target="../media/image64.png" Type="http://schemas.openxmlformats.org/officeDocument/2006/relationships/image"/><Relationship Id="rId5" Target="../media/image65.svg" Type="http://schemas.openxmlformats.org/officeDocument/2006/relationships/image"/><Relationship Id="rId6" Target="../media/image66.png" Type="http://schemas.openxmlformats.org/officeDocument/2006/relationships/image"/><Relationship Id="rId7" Target="../media/image67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6.png" Type="http://schemas.openxmlformats.org/officeDocument/2006/relationships/image"/><Relationship Id="rId11" Target="../media/image77.jpeg" Type="http://schemas.openxmlformats.org/officeDocument/2006/relationships/image"/><Relationship Id="rId12" Target="../media/image78.jpeg" Type="http://schemas.openxmlformats.org/officeDocument/2006/relationships/image"/><Relationship Id="rId13" Target="../media/image79.jpeg" Type="http://schemas.openxmlformats.org/officeDocument/2006/relationships/image"/><Relationship Id="rId2" Target="../media/image68.png" Type="http://schemas.openxmlformats.org/officeDocument/2006/relationships/image"/><Relationship Id="rId3" Target="../media/image69.svg" Type="http://schemas.openxmlformats.org/officeDocument/2006/relationships/image"/><Relationship Id="rId4" Target="../media/image70.png" Type="http://schemas.openxmlformats.org/officeDocument/2006/relationships/image"/><Relationship Id="rId5" Target="../media/image71.svg" Type="http://schemas.openxmlformats.org/officeDocument/2006/relationships/image"/><Relationship Id="rId6" Target="../media/image72.png" Type="http://schemas.openxmlformats.org/officeDocument/2006/relationships/image"/><Relationship Id="rId7" Target="../media/image73.svg" Type="http://schemas.openxmlformats.org/officeDocument/2006/relationships/image"/><Relationship Id="rId8" Target="../media/image74.png" Type="http://schemas.openxmlformats.org/officeDocument/2006/relationships/image"/><Relationship Id="rId9" Target="../media/image75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0.png" Type="http://schemas.openxmlformats.org/officeDocument/2006/relationships/image"/><Relationship Id="rId3" Target="../media/image81.svg" Type="http://schemas.openxmlformats.org/officeDocument/2006/relationships/image"/><Relationship Id="rId4" Target="../media/image82.png" Type="http://schemas.openxmlformats.org/officeDocument/2006/relationships/image"/><Relationship Id="rId5" Target="../media/image83.sv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4.png" Type="http://schemas.openxmlformats.org/officeDocument/2006/relationships/image"/><Relationship Id="rId3" Target="../media/image85.svg" Type="http://schemas.openxmlformats.org/officeDocument/2006/relationships/image"/><Relationship Id="rId4" Target="../media/image82.png" Type="http://schemas.openxmlformats.org/officeDocument/2006/relationships/image"/><Relationship Id="rId5" Target="../media/image83.svg" Type="http://schemas.openxmlformats.org/officeDocument/2006/relationships/image"/><Relationship Id="rId6" Target="../media/image86.png" Type="http://schemas.openxmlformats.org/officeDocument/2006/relationships/image"/><Relationship Id="rId7" Target="../media/image87.sv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4.png" Type="http://schemas.openxmlformats.org/officeDocument/2006/relationships/image"/><Relationship Id="rId3" Target="../media/image85.svg" Type="http://schemas.openxmlformats.org/officeDocument/2006/relationships/image"/><Relationship Id="rId4" Target="../media/image82.png" Type="http://schemas.openxmlformats.org/officeDocument/2006/relationships/image"/><Relationship Id="rId5" Target="../media/image83.svg" Type="http://schemas.openxmlformats.org/officeDocument/2006/relationships/image"/><Relationship Id="rId6" Target="../media/image88.png" Type="http://schemas.openxmlformats.org/officeDocument/2006/relationships/image"/><Relationship Id="rId7" Target="../media/image89.svg" Type="http://schemas.openxmlformats.org/officeDocument/2006/relationships/image"/><Relationship Id="rId8" Target="../media/image86.png" Type="http://schemas.openxmlformats.org/officeDocument/2006/relationships/image"/><Relationship Id="rId9" Target="../media/image87.sv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0.png" Type="http://schemas.openxmlformats.org/officeDocument/2006/relationships/image"/><Relationship Id="rId3" Target="../media/image91.svg" Type="http://schemas.openxmlformats.org/officeDocument/2006/relationships/image"/><Relationship Id="rId4" Target="../media/image92.png" Type="http://schemas.openxmlformats.org/officeDocument/2006/relationships/image"/><Relationship Id="rId5" Target="../media/image93.svg" Type="http://schemas.openxmlformats.org/officeDocument/2006/relationships/image"/><Relationship Id="rId6" Target="../media/image94.png" Type="http://schemas.openxmlformats.org/officeDocument/2006/relationships/image"/><Relationship Id="rId7" Target="../media/image95.png" Type="http://schemas.openxmlformats.org/officeDocument/2006/relationships/image"/><Relationship Id="rId8" Target="../media/image96.sv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7.png" Type="http://schemas.openxmlformats.org/officeDocument/2006/relationships/image"/><Relationship Id="rId3" Target="../media/image98.svg" Type="http://schemas.openxmlformats.org/officeDocument/2006/relationships/image"/><Relationship Id="rId4" Target="../media/image99.png" Type="http://schemas.openxmlformats.org/officeDocument/2006/relationships/image"/><Relationship Id="rId5" Target="../media/image100.svg" Type="http://schemas.openxmlformats.org/officeDocument/2006/relationships/image"/><Relationship Id="rId6" Target="../media/image101.png" Type="http://schemas.openxmlformats.org/officeDocument/2006/relationships/image"/><Relationship Id="rId7" Target="../media/image102.png" Type="http://schemas.openxmlformats.org/officeDocument/2006/relationships/image"/><Relationship Id="rId8" Target="../media/image103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7.png" Type="http://schemas.openxmlformats.org/officeDocument/2006/relationships/image"/><Relationship Id="rId3" Target="../media/image98.svg" Type="http://schemas.openxmlformats.org/officeDocument/2006/relationships/image"/><Relationship Id="rId4" Target="../media/image99.png" Type="http://schemas.openxmlformats.org/officeDocument/2006/relationships/image"/><Relationship Id="rId5" Target="../media/image100.sv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7.png" Type="http://schemas.openxmlformats.org/officeDocument/2006/relationships/image"/><Relationship Id="rId3" Target="../media/image98.svg" Type="http://schemas.openxmlformats.org/officeDocument/2006/relationships/image"/><Relationship Id="rId4" Target="../media/image99.png" Type="http://schemas.openxmlformats.org/officeDocument/2006/relationships/image"/><Relationship Id="rId5" Target="../media/image100.svg" Type="http://schemas.openxmlformats.org/officeDocument/2006/relationships/image"/><Relationship Id="rId6" Target="../media/image3.png" Type="http://schemas.openxmlformats.org/officeDocument/2006/relationships/image"/><Relationship Id="rId7" Target="../media/image2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31984" b="-12219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607244" y="1028700"/>
            <a:ext cx="15258099" cy="8229600"/>
            <a:chOff x="0" y="0"/>
            <a:chExt cx="5566196" cy="300218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566196" cy="3002180"/>
            </a:xfrm>
            <a:custGeom>
              <a:avLst/>
              <a:gdLst/>
              <a:ahLst/>
              <a:cxnLst/>
              <a:rect r="r" b="b" t="t" l="l"/>
              <a:pathLst>
                <a:path h="3002180" w="5566196">
                  <a:moveTo>
                    <a:pt x="0" y="0"/>
                  </a:moveTo>
                  <a:lnTo>
                    <a:pt x="5566196" y="0"/>
                  </a:lnTo>
                  <a:lnTo>
                    <a:pt x="5566196" y="3002180"/>
                  </a:lnTo>
                  <a:lnTo>
                    <a:pt x="0" y="3002180"/>
                  </a:lnTo>
                  <a:close/>
                </a:path>
              </a:pathLst>
            </a:custGeom>
            <a:solidFill>
              <a:srgbClr val="F4F8FF">
                <a:alpha val="90980"/>
              </a:srgbClr>
            </a:solid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14580250" y="7918637"/>
            <a:ext cx="2285093" cy="1337590"/>
          </a:xfrm>
          <a:custGeom>
            <a:avLst/>
            <a:gdLst/>
            <a:ahLst/>
            <a:cxnLst/>
            <a:rect r="r" b="b" t="t" l="l"/>
            <a:pathLst>
              <a:path h="1337590" w="2285093">
                <a:moveTo>
                  <a:pt x="0" y="0"/>
                </a:moveTo>
                <a:lnTo>
                  <a:pt x="2285093" y="0"/>
                </a:lnTo>
                <a:lnTo>
                  <a:pt x="2285093" y="1337590"/>
                </a:lnTo>
                <a:lnTo>
                  <a:pt x="0" y="133759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59768" t="-59213" r="-33779" b="-52408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753420" y="8115929"/>
            <a:ext cx="3696519" cy="943005"/>
          </a:xfrm>
          <a:custGeom>
            <a:avLst/>
            <a:gdLst/>
            <a:ahLst/>
            <a:cxnLst/>
            <a:rect r="r" b="b" t="t" l="l"/>
            <a:pathLst>
              <a:path h="943005" w="3696519">
                <a:moveTo>
                  <a:pt x="0" y="0"/>
                </a:moveTo>
                <a:lnTo>
                  <a:pt x="3696519" y="0"/>
                </a:lnTo>
                <a:lnTo>
                  <a:pt x="3696519" y="943005"/>
                </a:lnTo>
                <a:lnTo>
                  <a:pt x="0" y="94300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224" t="-41674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788353" y="1878151"/>
            <a:ext cx="12711294" cy="3043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955"/>
              </a:lnSpc>
            </a:pPr>
            <a:r>
              <a:rPr lang="en-US" sz="7103" spc="355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GESTOR DOCUMENTAL DEL CONSEJO REGIONAL DE VALPARAÍSO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372407" y="6575442"/>
            <a:ext cx="3543185" cy="3584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3"/>
              </a:lnSpc>
            </a:pPr>
            <a:r>
              <a:rPr lang="en-US" sz="2367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PROYECTO DE TÍTULO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173262" y="7263501"/>
            <a:ext cx="11941476" cy="5132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29"/>
              </a:lnSpc>
            </a:pPr>
            <a:r>
              <a:rPr lang="en-US" sz="333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Génesis Contreras         Jorge Sepúlveda            Pedro Vergara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916803" y="5541247"/>
            <a:ext cx="6454393" cy="1034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955"/>
              </a:lnSpc>
            </a:pPr>
            <a:r>
              <a:rPr lang="en-US" sz="7103" spc="355">
                <a:solidFill>
                  <a:srgbClr val="008DCC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COREGEDOC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-10216323">
            <a:off x="-912175" y="3743309"/>
            <a:ext cx="25860033" cy="8745545"/>
          </a:xfrm>
          <a:custGeom>
            <a:avLst/>
            <a:gdLst/>
            <a:ahLst/>
            <a:cxnLst/>
            <a:rect r="r" b="b" t="t" l="l"/>
            <a:pathLst>
              <a:path h="8745545" w="25860033">
                <a:moveTo>
                  <a:pt x="25860033" y="0"/>
                </a:moveTo>
                <a:lnTo>
                  <a:pt x="0" y="0"/>
                </a:lnTo>
                <a:lnTo>
                  <a:pt x="0" y="8745545"/>
                </a:lnTo>
                <a:lnTo>
                  <a:pt x="25860033" y="8745545"/>
                </a:lnTo>
                <a:lnTo>
                  <a:pt x="25860033" y="0"/>
                </a:lnTo>
                <a:close/>
              </a:path>
            </a:pathLst>
          </a:custGeom>
          <a:blipFill>
            <a:blip r:embed="rId2">
              <a:alphaModFix amt="49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3" id="3"/>
          <p:cNvGrpSpPr/>
          <p:nvPr/>
        </p:nvGrpSpPr>
        <p:grpSpPr>
          <a:xfrm rot="0">
            <a:off x="-987409" y="1128737"/>
            <a:ext cx="5787097" cy="985325"/>
            <a:chOff x="0" y="0"/>
            <a:chExt cx="1524174" cy="25950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524174" cy="259509"/>
            </a:xfrm>
            <a:custGeom>
              <a:avLst/>
              <a:gdLst/>
              <a:ahLst/>
              <a:cxnLst/>
              <a:rect r="r" b="b" t="t" l="l"/>
              <a:pathLst>
                <a:path h="259509" w="1524174">
                  <a:moveTo>
                    <a:pt x="0" y="0"/>
                  </a:moveTo>
                  <a:lnTo>
                    <a:pt x="1524174" y="0"/>
                  </a:lnTo>
                  <a:lnTo>
                    <a:pt x="1524174" y="259509"/>
                  </a:lnTo>
                  <a:lnTo>
                    <a:pt x="0" y="259509"/>
                  </a:lnTo>
                  <a:close/>
                </a:path>
              </a:pathLst>
            </a:custGeom>
            <a:solidFill>
              <a:srgbClr val="122A4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0"/>
              <a:ext cx="1524174" cy="2595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21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424054" y="1130227"/>
            <a:ext cx="3731121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279"/>
              </a:lnSpc>
              <a:spcBef>
                <a:spcPct val="0"/>
              </a:spcBef>
            </a:pPr>
            <a:r>
              <a:rPr lang="en-US" b="true" sz="5199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Contenidos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7335196" y="557693"/>
            <a:ext cx="8798860" cy="8700607"/>
            <a:chOff x="0" y="0"/>
            <a:chExt cx="2317395" cy="229151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317395" cy="2291518"/>
            </a:xfrm>
            <a:custGeom>
              <a:avLst/>
              <a:gdLst/>
              <a:ahLst/>
              <a:cxnLst/>
              <a:rect r="r" b="b" t="t" l="l"/>
              <a:pathLst>
                <a:path h="2291518" w="2317395">
                  <a:moveTo>
                    <a:pt x="44874" y="0"/>
                  </a:moveTo>
                  <a:lnTo>
                    <a:pt x="2272522" y="0"/>
                  </a:lnTo>
                  <a:cubicBezTo>
                    <a:pt x="2284423" y="0"/>
                    <a:pt x="2295837" y="4728"/>
                    <a:pt x="2304252" y="13143"/>
                  </a:cubicBezTo>
                  <a:cubicBezTo>
                    <a:pt x="2312668" y="21559"/>
                    <a:pt x="2317395" y="32972"/>
                    <a:pt x="2317395" y="44874"/>
                  </a:cubicBezTo>
                  <a:lnTo>
                    <a:pt x="2317395" y="2246644"/>
                  </a:lnTo>
                  <a:cubicBezTo>
                    <a:pt x="2317395" y="2271427"/>
                    <a:pt x="2297305" y="2291518"/>
                    <a:pt x="2272522" y="2291518"/>
                  </a:cubicBezTo>
                  <a:lnTo>
                    <a:pt x="44874" y="2291518"/>
                  </a:lnTo>
                  <a:cubicBezTo>
                    <a:pt x="20091" y="2291518"/>
                    <a:pt x="0" y="2271427"/>
                    <a:pt x="0" y="2246644"/>
                  </a:cubicBezTo>
                  <a:lnTo>
                    <a:pt x="0" y="44874"/>
                  </a:lnTo>
                  <a:cubicBezTo>
                    <a:pt x="0" y="20091"/>
                    <a:pt x="20091" y="0"/>
                    <a:pt x="44874" y="0"/>
                  </a:cubicBezTo>
                  <a:close/>
                </a:path>
              </a:pathLst>
            </a:custGeom>
            <a:solidFill>
              <a:srgbClr val="122A40">
                <a:alpha val="97647"/>
              </a:srgbClr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0"/>
              <a:ext cx="2317395" cy="22915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21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8060442" y="809625"/>
            <a:ext cx="7645947" cy="75376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31564" indent="-465782" lvl="1">
              <a:lnSpc>
                <a:spcPts val="7550"/>
              </a:lnSpc>
              <a:buFont typeface="Arial"/>
              <a:buChar char="•"/>
            </a:pPr>
            <a:r>
              <a:rPr lang="en-US" sz="4314" spc="-69">
                <a:solidFill>
                  <a:srgbClr val="FFFFFF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Contexto</a:t>
            </a:r>
          </a:p>
          <a:p>
            <a:pPr algn="l" marL="931564" indent="-465782" lvl="1">
              <a:lnSpc>
                <a:spcPts val="7550"/>
              </a:lnSpc>
              <a:buFont typeface="Arial"/>
              <a:buChar char="•"/>
            </a:pPr>
            <a:r>
              <a:rPr lang="en-US" sz="4314" spc="-69">
                <a:solidFill>
                  <a:srgbClr val="FFFFFF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Problema y Necesidad</a:t>
            </a:r>
          </a:p>
          <a:p>
            <a:pPr algn="l" marL="931564" indent="-465782" lvl="1">
              <a:lnSpc>
                <a:spcPts val="7550"/>
              </a:lnSpc>
              <a:buFont typeface="Arial"/>
              <a:buChar char="•"/>
            </a:pPr>
            <a:r>
              <a:rPr lang="en-US" sz="4314" spc="-69">
                <a:solidFill>
                  <a:srgbClr val="FFFFFF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Kick Off</a:t>
            </a:r>
          </a:p>
          <a:p>
            <a:pPr algn="l" marL="931564" indent="-465782" lvl="1">
              <a:lnSpc>
                <a:spcPts val="7550"/>
              </a:lnSpc>
              <a:buFont typeface="Arial"/>
              <a:buChar char="•"/>
            </a:pPr>
            <a:r>
              <a:rPr lang="en-US" sz="4314" spc="-69">
                <a:solidFill>
                  <a:srgbClr val="FFFFFF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Arquitectura</a:t>
            </a:r>
          </a:p>
          <a:p>
            <a:pPr algn="l" marL="931564" indent="-465782" lvl="1">
              <a:lnSpc>
                <a:spcPts val="7550"/>
              </a:lnSpc>
              <a:buFont typeface="Arial"/>
              <a:buChar char="•"/>
            </a:pPr>
            <a:r>
              <a:rPr lang="en-US" sz="4314" spc="-69">
                <a:solidFill>
                  <a:srgbClr val="FFFFFF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Metodología y Roles</a:t>
            </a:r>
          </a:p>
          <a:p>
            <a:pPr algn="l" marL="931564" indent="-465782" lvl="1">
              <a:lnSpc>
                <a:spcPts val="7550"/>
              </a:lnSpc>
              <a:buFont typeface="Arial"/>
              <a:buChar char="•"/>
            </a:pPr>
            <a:r>
              <a:rPr lang="en-US" sz="4314" spc="-69">
                <a:solidFill>
                  <a:srgbClr val="FFFFFF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Road Map</a:t>
            </a:r>
          </a:p>
          <a:p>
            <a:pPr algn="l" marL="931564" indent="-465782" lvl="1">
              <a:lnSpc>
                <a:spcPts val="7550"/>
              </a:lnSpc>
              <a:buFont typeface="Arial"/>
              <a:buChar char="•"/>
            </a:pPr>
            <a:r>
              <a:rPr lang="en-US" sz="4314" spc="-69">
                <a:solidFill>
                  <a:srgbClr val="FFFFFF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Demostración</a:t>
            </a:r>
          </a:p>
          <a:p>
            <a:pPr algn="l" marL="931564" indent="-465782" lvl="1">
              <a:lnSpc>
                <a:spcPts val="7550"/>
              </a:lnSpc>
              <a:buFont typeface="Arial"/>
              <a:buChar char="•"/>
            </a:pPr>
            <a:r>
              <a:rPr lang="en-US" sz="4314" spc="-69">
                <a:solidFill>
                  <a:srgbClr val="FFFFFF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Cierre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4466460" y="741094"/>
            <a:ext cx="1760611" cy="1760611"/>
            <a:chOff x="0" y="0"/>
            <a:chExt cx="2347481" cy="2347481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0" y="0"/>
              <a:ext cx="2347481" cy="2347481"/>
              <a:chOff x="0" y="0"/>
              <a:chExt cx="812800" cy="81280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AD00"/>
              </a:soli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321"/>
                  </a:lnSpc>
                </a:pPr>
              </a:p>
            </p:txBody>
          </p:sp>
        </p:grpSp>
        <p:sp>
          <p:nvSpPr>
            <p:cNvPr name="Freeform 15" id="15"/>
            <p:cNvSpPr/>
            <p:nvPr/>
          </p:nvSpPr>
          <p:spPr>
            <a:xfrm flipH="false" flipV="false" rot="0">
              <a:off x="485891" y="632095"/>
              <a:ext cx="1183572" cy="1048941"/>
            </a:xfrm>
            <a:custGeom>
              <a:avLst/>
              <a:gdLst/>
              <a:ahLst/>
              <a:cxnLst/>
              <a:rect r="r" b="b" t="t" l="l"/>
              <a:pathLst>
                <a:path h="1048941" w="1183572">
                  <a:moveTo>
                    <a:pt x="0" y="0"/>
                  </a:moveTo>
                  <a:lnTo>
                    <a:pt x="1183572" y="0"/>
                  </a:lnTo>
                  <a:lnTo>
                    <a:pt x="1183572" y="1048941"/>
                  </a:lnTo>
                  <a:lnTo>
                    <a:pt x="0" y="10489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</p:spTree>
  </p:cSld>
  <p:clrMapOvr>
    <a:masterClrMapping/>
  </p:clrMapOvr>
  <p:transition spd="slow">
    <p:fade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22A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627308">
            <a:off x="5445209" y="7487829"/>
            <a:ext cx="17016201" cy="6180151"/>
          </a:xfrm>
          <a:custGeom>
            <a:avLst/>
            <a:gdLst/>
            <a:ahLst/>
            <a:cxnLst/>
            <a:rect r="r" b="b" t="t" l="l"/>
            <a:pathLst>
              <a:path h="6180151" w="17016201">
                <a:moveTo>
                  <a:pt x="0" y="0"/>
                </a:moveTo>
                <a:lnTo>
                  <a:pt x="17016201" y="0"/>
                </a:lnTo>
                <a:lnTo>
                  <a:pt x="17016201" y="6180152"/>
                </a:lnTo>
                <a:lnTo>
                  <a:pt x="0" y="61801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627308">
            <a:off x="-6906184" y="-1872346"/>
            <a:ext cx="17016201" cy="6180151"/>
          </a:xfrm>
          <a:custGeom>
            <a:avLst/>
            <a:gdLst/>
            <a:ahLst/>
            <a:cxnLst/>
            <a:rect r="r" b="b" t="t" l="l"/>
            <a:pathLst>
              <a:path h="6180151" w="17016201">
                <a:moveTo>
                  <a:pt x="0" y="0"/>
                </a:moveTo>
                <a:lnTo>
                  <a:pt x="17016202" y="0"/>
                </a:lnTo>
                <a:lnTo>
                  <a:pt x="17016202" y="6180152"/>
                </a:lnTo>
                <a:lnTo>
                  <a:pt x="0" y="618015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41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-660967" y="1043547"/>
            <a:ext cx="4988924" cy="921074"/>
            <a:chOff x="0" y="0"/>
            <a:chExt cx="1405611" cy="25950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405611" cy="259509"/>
            </a:xfrm>
            <a:custGeom>
              <a:avLst/>
              <a:gdLst/>
              <a:ahLst/>
              <a:cxnLst/>
              <a:rect r="r" b="b" t="t" l="l"/>
              <a:pathLst>
                <a:path h="259509" w="1405611">
                  <a:moveTo>
                    <a:pt x="0" y="0"/>
                  </a:moveTo>
                  <a:lnTo>
                    <a:pt x="1405611" y="0"/>
                  </a:lnTo>
                  <a:lnTo>
                    <a:pt x="1405611" y="259509"/>
                  </a:lnTo>
                  <a:lnTo>
                    <a:pt x="0" y="259509"/>
                  </a:lnTo>
                  <a:close/>
                </a:path>
              </a:pathLst>
            </a:custGeom>
            <a:solidFill>
              <a:srgbClr val="F4F8F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0"/>
              <a:ext cx="1405611" cy="259509"/>
            </a:xfrm>
            <a:prstGeom prst="rect">
              <a:avLst/>
            </a:prstGeom>
          </p:spPr>
          <p:txBody>
            <a:bodyPr anchor="ctr" rtlCol="false" tIns="47487" lIns="47487" bIns="47487" rIns="47487"/>
            <a:lstStyle/>
            <a:p>
              <a:pPr algn="ctr">
                <a:lnSpc>
                  <a:spcPts val="2321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3732445" y="622735"/>
            <a:ext cx="1762698" cy="1762698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AD00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anchor="ctr" rtlCol="false" tIns="47487" lIns="47487" bIns="47487" rIns="47487"/>
            <a:lstStyle/>
            <a:p>
              <a:pPr algn="ctr">
                <a:lnSpc>
                  <a:spcPts val="2321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406903" y="1051189"/>
            <a:ext cx="2798631" cy="820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751"/>
              </a:lnSpc>
              <a:spcBef>
                <a:spcPct val="0"/>
              </a:spcBef>
            </a:pPr>
            <a:r>
              <a:rPr lang="en-US" b="true" sz="4822">
                <a:solidFill>
                  <a:srgbClr val="122A4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Contexto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4204552" y="919985"/>
            <a:ext cx="843647" cy="1227123"/>
          </a:xfrm>
          <a:custGeom>
            <a:avLst/>
            <a:gdLst/>
            <a:ahLst/>
            <a:cxnLst/>
            <a:rect r="r" b="b" t="t" l="l"/>
            <a:pathLst>
              <a:path h="1227123" w="843647">
                <a:moveTo>
                  <a:pt x="0" y="0"/>
                </a:moveTo>
                <a:lnTo>
                  <a:pt x="843647" y="0"/>
                </a:lnTo>
                <a:lnTo>
                  <a:pt x="843647" y="1227123"/>
                </a:lnTo>
                <a:lnTo>
                  <a:pt x="0" y="122712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3705277" y="0"/>
            <a:ext cx="4582723" cy="2447025"/>
          </a:xfrm>
          <a:custGeom>
            <a:avLst/>
            <a:gdLst/>
            <a:ahLst/>
            <a:cxnLst/>
            <a:rect r="r" b="b" t="t" l="l"/>
            <a:pathLst>
              <a:path h="2447025" w="4582723">
                <a:moveTo>
                  <a:pt x="0" y="0"/>
                </a:moveTo>
                <a:lnTo>
                  <a:pt x="4582723" y="0"/>
                </a:lnTo>
                <a:lnTo>
                  <a:pt x="4582723" y="2447025"/>
                </a:lnTo>
                <a:lnTo>
                  <a:pt x="0" y="244702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56839" t="-58174" r="-30402" b="-66254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6558521" y="3264497"/>
            <a:ext cx="5170958" cy="3200809"/>
            <a:chOff x="0" y="0"/>
            <a:chExt cx="1361898" cy="84301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361898" cy="843012"/>
            </a:xfrm>
            <a:custGeom>
              <a:avLst/>
              <a:gdLst/>
              <a:ahLst/>
              <a:cxnLst/>
              <a:rect r="r" b="b" t="t" l="l"/>
              <a:pathLst>
                <a:path h="843012" w="1361898">
                  <a:moveTo>
                    <a:pt x="76357" y="0"/>
                  </a:moveTo>
                  <a:lnTo>
                    <a:pt x="1285542" y="0"/>
                  </a:lnTo>
                  <a:cubicBezTo>
                    <a:pt x="1327712" y="0"/>
                    <a:pt x="1361898" y="34186"/>
                    <a:pt x="1361898" y="76357"/>
                  </a:cubicBezTo>
                  <a:lnTo>
                    <a:pt x="1361898" y="766655"/>
                  </a:lnTo>
                  <a:cubicBezTo>
                    <a:pt x="1361898" y="808825"/>
                    <a:pt x="1327712" y="843012"/>
                    <a:pt x="1285542" y="843012"/>
                  </a:cubicBezTo>
                  <a:lnTo>
                    <a:pt x="76357" y="843012"/>
                  </a:lnTo>
                  <a:cubicBezTo>
                    <a:pt x="34186" y="843012"/>
                    <a:pt x="0" y="808825"/>
                    <a:pt x="0" y="766655"/>
                  </a:cubicBezTo>
                  <a:lnTo>
                    <a:pt x="0" y="76357"/>
                  </a:lnTo>
                  <a:cubicBezTo>
                    <a:pt x="0" y="34186"/>
                    <a:pt x="34186" y="0"/>
                    <a:pt x="76357" y="0"/>
                  </a:cubicBezTo>
                  <a:close/>
                </a:path>
              </a:pathLst>
            </a:custGeom>
            <a:solidFill>
              <a:srgbClr val="F4F8FF">
                <a:alpha val="92941"/>
              </a:srgbClr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0"/>
              <a:ext cx="1361898" cy="8430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321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6793300" y="6465306"/>
            <a:ext cx="4599914" cy="3376509"/>
            <a:chOff x="0" y="0"/>
            <a:chExt cx="11073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107301" cy="812800"/>
            </a:xfrm>
            <a:custGeom>
              <a:avLst/>
              <a:gdLst/>
              <a:ahLst/>
              <a:cxnLst/>
              <a:rect r="r" b="b" t="t" l="l"/>
              <a:pathLst>
                <a:path h="812800" w="1107301">
                  <a:moveTo>
                    <a:pt x="38710" y="0"/>
                  </a:moveTo>
                  <a:lnTo>
                    <a:pt x="1068590" y="0"/>
                  </a:lnTo>
                  <a:cubicBezTo>
                    <a:pt x="1089969" y="0"/>
                    <a:pt x="1107301" y="17331"/>
                    <a:pt x="1107301" y="38710"/>
                  </a:cubicBezTo>
                  <a:lnTo>
                    <a:pt x="1107301" y="774090"/>
                  </a:lnTo>
                  <a:cubicBezTo>
                    <a:pt x="1107301" y="795469"/>
                    <a:pt x="1089969" y="812800"/>
                    <a:pt x="1068590" y="812800"/>
                  </a:cubicBezTo>
                  <a:lnTo>
                    <a:pt x="38710" y="812800"/>
                  </a:lnTo>
                  <a:cubicBezTo>
                    <a:pt x="17331" y="812800"/>
                    <a:pt x="0" y="795469"/>
                    <a:pt x="0" y="774090"/>
                  </a:cubicBezTo>
                  <a:lnTo>
                    <a:pt x="0" y="38710"/>
                  </a:lnTo>
                  <a:cubicBezTo>
                    <a:pt x="0" y="17331"/>
                    <a:pt x="17331" y="0"/>
                    <a:pt x="38710" y="0"/>
                  </a:cubicBezTo>
                  <a:close/>
                </a:path>
              </a:pathLst>
            </a:custGeom>
            <a:blipFill>
              <a:blip r:embed="rId9"/>
              <a:stretch>
                <a:fillRect l="-7348" t="0" r="-2929" b="0"/>
              </a:stretch>
            </a:blip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6883064" y="3188297"/>
            <a:ext cx="4510150" cy="6878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60"/>
              </a:lnSpc>
            </a:pPr>
            <a:r>
              <a:rPr lang="en-US" sz="4043">
                <a:solidFill>
                  <a:srgbClr val="122A4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¿Que es el CORE?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671428" y="4251325"/>
            <a:ext cx="4933422" cy="173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>
                <a:solidFill>
                  <a:srgbClr val="122A4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Es el órgano colegiado que r</a:t>
            </a:r>
            <a:r>
              <a:rPr lang="en-US" sz="2499">
                <a:solidFill>
                  <a:srgbClr val="122A4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epresenta a la com</a:t>
            </a:r>
            <a:r>
              <a:rPr lang="en-US" sz="2499">
                <a:solidFill>
                  <a:srgbClr val="122A4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unidad y toma decisiones estratégicas para el desarrollo regional.</a:t>
            </a:r>
          </a:p>
        </p:txBody>
      </p:sp>
    </p:spTree>
  </p:cSld>
  <p:clrMapOvr>
    <a:masterClrMapping/>
  </p:clrMapOvr>
  <p:transition spd="slow">
    <p:fade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22A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627308">
            <a:off x="-6906184" y="-1872346"/>
            <a:ext cx="17016201" cy="6180151"/>
          </a:xfrm>
          <a:custGeom>
            <a:avLst/>
            <a:gdLst/>
            <a:ahLst/>
            <a:cxnLst/>
            <a:rect r="r" b="b" t="t" l="l"/>
            <a:pathLst>
              <a:path h="6180151" w="17016201">
                <a:moveTo>
                  <a:pt x="0" y="0"/>
                </a:moveTo>
                <a:lnTo>
                  <a:pt x="17016202" y="0"/>
                </a:lnTo>
                <a:lnTo>
                  <a:pt x="17016202" y="6180152"/>
                </a:lnTo>
                <a:lnTo>
                  <a:pt x="0" y="61801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1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627308">
            <a:off x="5445209" y="7487829"/>
            <a:ext cx="17016201" cy="6180151"/>
          </a:xfrm>
          <a:custGeom>
            <a:avLst/>
            <a:gdLst/>
            <a:ahLst/>
            <a:cxnLst/>
            <a:rect r="r" b="b" t="t" l="l"/>
            <a:pathLst>
              <a:path h="6180151" w="17016201">
                <a:moveTo>
                  <a:pt x="0" y="0"/>
                </a:moveTo>
                <a:lnTo>
                  <a:pt x="17016201" y="0"/>
                </a:lnTo>
                <a:lnTo>
                  <a:pt x="17016201" y="6180152"/>
                </a:lnTo>
                <a:lnTo>
                  <a:pt x="0" y="618015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3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-660967" y="1043547"/>
            <a:ext cx="4988924" cy="921074"/>
            <a:chOff x="0" y="0"/>
            <a:chExt cx="1405611" cy="25950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405611" cy="259509"/>
            </a:xfrm>
            <a:custGeom>
              <a:avLst/>
              <a:gdLst/>
              <a:ahLst/>
              <a:cxnLst/>
              <a:rect r="r" b="b" t="t" l="l"/>
              <a:pathLst>
                <a:path h="259509" w="1405611">
                  <a:moveTo>
                    <a:pt x="0" y="0"/>
                  </a:moveTo>
                  <a:lnTo>
                    <a:pt x="1405611" y="0"/>
                  </a:lnTo>
                  <a:lnTo>
                    <a:pt x="1405611" y="259509"/>
                  </a:lnTo>
                  <a:lnTo>
                    <a:pt x="0" y="259509"/>
                  </a:lnTo>
                  <a:close/>
                </a:path>
              </a:pathLst>
            </a:custGeom>
            <a:solidFill>
              <a:srgbClr val="F4F8F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0"/>
              <a:ext cx="1405611" cy="259509"/>
            </a:xfrm>
            <a:prstGeom prst="rect">
              <a:avLst/>
            </a:prstGeom>
          </p:spPr>
          <p:txBody>
            <a:bodyPr anchor="ctr" rtlCol="false" tIns="47487" lIns="47487" bIns="47487" rIns="47487"/>
            <a:lstStyle/>
            <a:p>
              <a:pPr algn="ctr">
                <a:lnSpc>
                  <a:spcPts val="2321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3732445" y="622735"/>
            <a:ext cx="1762698" cy="1762698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AD00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anchor="ctr" rtlCol="false" tIns="47487" lIns="47487" bIns="47487" rIns="47487"/>
            <a:lstStyle/>
            <a:p>
              <a:pPr algn="ctr">
                <a:lnSpc>
                  <a:spcPts val="2321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4204552" y="919985"/>
            <a:ext cx="843647" cy="1227123"/>
          </a:xfrm>
          <a:custGeom>
            <a:avLst/>
            <a:gdLst/>
            <a:ahLst/>
            <a:cxnLst/>
            <a:rect r="r" b="b" t="t" l="l"/>
            <a:pathLst>
              <a:path h="1227123" w="843647">
                <a:moveTo>
                  <a:pt x="0" y="0"/>
                </a:moveTo>
                <a:lnTo>
                  <a:pt x="843647" y="0"/>
                </a:lnTo>
                <a:lnTo>
                  <a:pt x="843647" y="1227123"/>
                </a:lnTo>
                <a:lnTo>
                  <a:pt x="0" y="122712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3664909" y="3264497"/>
            <a:ext cx="5170958" cy="3200809"/>
            <a:chOff x="0" y="0"/>
            <a:chExt cx="1361898" cy="84301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361898" cy="843012"/>
            </a:xfrm>
            <a:custGeom>
              <a:avLst/>
              <a:gdLst/>
              <a:ahLst/>
              <a:cxnLst/>
              <a:rect r="r" b="b" t="t" l="l"/>
              <a:pathLst>
                <a:path h="843012" w="1361898">
                  <a:moveTo>
                    <a:pt x="76357" y="0"/>
                  </a:moveTo>
                  <a:lnTo>
                    <a:pt x="1285542" y="0"/>
                  </a:lnTo>
                  <a:cubicBezTo>
                    <a:pt x="1327712" y="0"/>
                    <a:pt x="1361898" y="34186"/>
                    <a:pt x="1361898" y="76357"/>
                  </a:cubicBezTo>
                  <a:lnTo>
                    <a:pt x="1361898" y="766655"/>
                  </a:lnTo>
                  <a:cubicBezTo>
                    <a:pt x="1361898" y="808825"/>
                    <a:pt x="1327712" y="843012"/>
                    <a:pt x="1285542" y="843012"/>
                  </a:cubicBezTo>
                  <a:lnTo>
                    <a:pt x="76357" y="843012"/>
                  </a:lnTo>
                  <a:cubicBezTo>
                    <a:pt x="34186" y="843012"/>
                    <a:pt x="0" y="808825"/>
                    <a:pt x="0" y="766655"/>
                  </a:cubicBezTo>
                  <a:lnTo>
                    <a:pt x="0" y="76357"/>
                  </a:lnTo>
                  <a:cubicBezTo>
                    <a:pt x="0" y="34186"/>
                    <a:pt x="34186" y="0"/>
                    <a:pt x="76357" y="0"/>
                  </a:cubicBezTo>
                  <a:close/>
                </a:path>
              </a:pathLst>
            </a:custGeom>
            <a:solidFill>
              <a:srgbClr val="F4F8FF">
                <a:alpha val="92941"/>
              </a:srgbClr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0"/>
              <a:ext cx="1361898" cy="8430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321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9681590" y="6465306"/>
            <a:ext cx="4599914" cy="3376509"/>
            <a:chOff x="0" y="0"/>
            <a:chExt cx="11073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107301" cy="812800"/>
            </a:xfrm>
            <a:custGeom>
              <a:avLst/>
              <a:gdLst/>
              <a:ahLst/>
              <a:cxnLst/>
              <a:rect r="r" b="b" t="t" l="l"/>
              <a:pathLst>
                <a:path h="812800" w="1107301">
                  <a:moveTo>
                    <a:pt x="38710" y="0"/>
                  </a:moveTo>
                  <a:lnTo>
                    <a:pt x="1068590" y="0"/>
                  </a:lnTo>
                  <a:cubicBezTo>
                    <a:pt x="1089969" y="0"/>
                    <a:pt x="1107301" y="17331"/>
                    <a:pt x="1107301" y="38710"/>
                  </a:cubicBezTo>
                  <a:lnTo>
                    <a:pt x="1107301" y="774090"/>
                  </a:lnTo>
                  <a:cubicBezTo>
                    <a:pt x="1107301" y="795469"/>
                    <a:pt x="1089969" y="812800"/>
                    <a:pt x="1068590" y="812800"/>
                  </a:cubicBezTo>
                  <a:lnTo>
                    <a:pt x="38710" y="812800"/>
                  </a:lnTo>
                  <a:cubicBezTo>
                    <a:pt x="17331" y="812800"/>
                    <a:pt x="0" y="795469"/>
                    <a:pt x="0" y="774090"/>
                  </a:cubicBezTo>
                  <a:lnTo>
                    <a:pt x="0" y="38710"/>
                  </a:lnTo>
                  <a:cubicBezTo>
                    <a:pt x="0" y="17331"/>
                    <a:pt x="17331" y="0"/>
                    <a:pt x="38710" y="0"/>
                  </a:cubicBezTo>
                  <a:close/>
                </a:path>
              </a:pathLst>
            </a:custGeom>
            <a:blipFill>
              <a:blip r:embed="rId8"/>
              <a:stretch>
                <a:fillRect l="-14815" t="0" r="-14815" b="0"/>
              </a:stretch>
            </a:blipFill>
          </p:spPr>
        </p:sp>
      </p:grpSp>
      <p:sp>
        <p:nvSpPr>
          <p:cNvPr name="Freeform 16" id="16"/>
          <p:cNvSpPr/>
          <p:nvPr/>
        </p:nvSpPr>
        <p:spPr>
          <a:xfrm flipH="false" flipV="false" rot="0">
            <a:off x="13705277" y="0"/>
            <a:ext cx="4582723" cy="2447025"/>
          </a:xfrm>
          <a:custGeom>
            <a:avLst/>
            <a:gdLst/>
            <a:ahLst/>
            <a:cxnLst/>
            <a:rect r="r" b="b" t="t" l="l"/>
            <a:pathLst>
              <a:path h="2447025" w="4582723">
                <a:moveTo>
                  <a:pt x="0" y="0"/>
                </a:moveTo>
                <a:lnTo>
                  <a:pt x="4582723" y="0"/>
                </a:lnTo>
                <a:lnTo>
                  <a:pt x="4582723" y="2447025"/>
                </a:lnTo>
                <a:lnTo>
                  <a:pt x="0" y="244702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56839" t="-58174" r="-30402" b="-66254"/>
            </a:stretch>
          </a:blipFill>
        </p:spPr>
      </p:sp>
      <p:grpSp>
        <p:nvGrpSpPr>
          <p:cNvPr name="Group 17" id="17"/>
          <p:cNvGrpSpPr/>
          <p:nvPr/>
        </p:nvGrpSpPr>
        <p:grpSpPr>
          <a:xfrm rot="0">
            <a:off x="9340004" y="3199759"/>
            <a:ext cx="5283087" cy="3265548"/>
            <a:chOff x="0" y="0"/>
            <a:chExt cx="1391430" cy="86006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391430" cy="860062"/>
            </a:xfrm>
            <a:custGeom>
              <a:avLst/>
              <a:gdLst/>
              <a:ahLst/>
              <a:cxnLst/>
              <a:rect r="r" b="b" t="t" l="l"/>
              <a:pathLst>
                <a:path h="860062" w="1391430">
                  <a:moveTo>
                    <a:pt x="74736" y="0"/>
                  </a:moveTo>
                  <a:lnTo>
                    <a:pt x="1316694" y="0"/>
                  </a:lnTo>
                  <a:cubicBezTo>
                    <a:pt x="1357970" y="0"/>
                    <a:pt x="1391430" y="33461"/>
                    <a:pt x="1391430" y="74736"/>
                  </a:cubicBezTo>
                  <a:lnTo>
                    <a:pt x="1391430" y="785326"/>
                  </a:lnTo>
                  <a:cubicBezTo>
                    <a:pt x="1391430" y="826601"/>
                    <a:pt x="1357970" y="860062"/>
                    <a:pt x="1316694" y="860062"/>
                  </a:cubicBezTo>
                  <a:lnTo>
                    <a:pt x="74736" y="860062"/>
                  </a:lnTo>
                  <a:cubicBezTo>
                    <a:pt x="33461" y="860062"/>
                    <a:pt x="0" y="826601"/>
                    <a:pt x="0" y="785326"/>
                  </a:cubicBezTo>
                  <a:lnTo>
                    <a:pt x="0" y="74736"/>
                  </a:lnTo>
                  <a:cubicBezTo>
                    <a:pt x="0" y="33461"/>
                    <a:pt x="33461" y="0"/>
                    <a:pt x="74736" y="0"/>
                  </a:cubicBezTo>
                  <a:close/>
                </a:path>
              </a:pathLst>
            </a:custGeom>
            <a:solidFill>
              <a:srgbClr val="F4F8FF">
                <a:alpha val="92941"/>
              </a:srgbClr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0"/>
              <a:ext cx="1391430" cy="8600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21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3899688" y="6465306"/>
            <a:ext cx="4599914" cy="3376509"/>
            <a:chOff x="0" y="0"/>
            <a:chExt cx="11073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107301" cy="812800"/>
            </a:xfrm>
            <a:custGeom>
              <a:avLst/>
              <a:gdLst/>
              <a:ahLst/>
              <a:cxnLst/>
              <a:rect r="r" b="b" t="t" l="l"/>
              <a:pathLst>
                <a:path h="812800" w="1107301">
                  <a:moveTo>
                    <a:pt x="38710" y="0"/>
                  </a:moveTo>
                  <a:lnTo>
                    <a:pt x="1068590" y="0"/>
                  </a:lnTo>
                  <a:cubicBezTo>
                    <a:pt x="1089969" y="0"/>
                    <a:pt x="1107301" y="17331"/>
                    <a:pt x="1107301" y="38710"/>
                  </a:cubicBezTo>
                  <a:lnTo>
                    <a:pt x="1107301" y="774090"/>
                  </a:lnTo>
                  <a:cubicBezTo>
                    <a:pt x="1107301" y="795469"/>
                    <a:pt x="1089969" y="812800"/>
                    <a:pt x="1068590" y="812800"/>
                  </a:cubicBezTo>
                  <a:lnTo>
                    <a:pt x="38710" y="812800"/>
                  </a:lnTo>
                  <a:cubicBezTo>
                    <a:pt x="17331" y="812800"/>
                    <a:pt x="0" y="795469"/>
                    <a:pt x="0" y="774090"/>
                  </a:cubicBezTo>
                  <a:lnTo>
                    <a:pt x="0" y="38710"/>
                  </a:lnTo>
                  <a:cubicBezTo>
                    <a:pt x="0" y="17331"/>
                    <a:pt x="17331" y="0"/>
                    <a:pt x="38710" y="0"/>
                  </a:cubicBezTo>
                  <a:close/>
                </a:path>
              </a:pathLst>
            </a:custGeom>
            <a:blipFill>
              <a:blip r:embed="rId10"/>
              <a:stretch>
                <a:fillRect l="-7348" t="0" r="-2929" b="0"/>
              </a:stretch>
            </a:blip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3989452" y="3188297"/>
            <a:ext cx="4510150" cy="6878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60"/>
              </a:lnSpc>
            </a:pPr>
            <a:r>
              <a:rPr lang="en-US" sz="4043">
                <a:solidFill>
                  <a:srgbClr val="122A4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¿Que es el CORE?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3732934" y="4056744"/>
            <a:ext cx="4933422" cy="173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>
                <a:solidFill>
                  <a:srgbClr val="122A4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Es el órgano colegiado que r</a:t>
            </a:r>
            <a:r>
              <a:rPr lang="en-US" sz="2499">
                <a:solidFill>
                  <a:srgbClr val="122A4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epresenta a la com</a:t>
            </a:r>
            <a:r>
              <a:rPr lang="en-US" sz="2499">
                <a:solidFill>
                  <a:srgbClr val="122A4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unidad y toma decisiones estratégicas para el desarrollo regional.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562024" y="3217923"/>
            <a:ext cx="4839046" cy="6878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60"/>
              </a:lnSpc>
            </a:pPr>
            <a:r>
              <a:rPr lang="en-US" sz="4043">
                <a:solidFill>
                  <a:srgbClr val="122A4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¿Cómo funciona?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514836" y="4056744"/>
            <a:ext cx="4933422" cy="2174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>
                <a:solidFill>
                  <a:srgbClr val="122A4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Opera mediante comisiones y sesiones de </a:t>
            </a:r>
            <a:r>
              <a:rPr lang="en-US" sz="2499">
                <a:solidFill>
                  <a:srgbClr val="122A4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pleno, siguiendo su reglame</a:t>
            </a:r>
            <a:r>
              <a:rPr lang="en-US" sz="2499">
                <a:solidFill>
                  <a:srgbClr val="122A4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nto, generando minutas, acuerdos y votaciones.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406903" y="1051189"/>
            <a:ext cx="2798631" cy="820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751"/>
              </a:lnSpc>
              <a:spcBef>
                <a:spcPct val="0"/>
              </a:spcBef>
            </a:pPr>
            <a:r>
              <a:rPr lang="en-US" b="true" sz="4822">
                <a:solidFill>
                  <a:srgbClr val="122A4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Contexto</a:t>
            </a:r>
          </a:p>
        </p:txBody>
      </p:sp>
    </p:spTree>
  </p:cSld>
  <p:clrMapOvr>
    <a:masterClrMapping/>
  </p:clrMapOvr>
  <p:transition spd="slow">
    <p:fade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22A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627308">
            <a:off x="-6906184" y="-1872346"/>
            <a:ext cx="17016201" cy="6180151"/>
          </a:xfrm>
          <a:custGeom>
            <a:avLst/>
            <a:gdLst/>
            <a:ahLst/>
            <a:cxnLst/>
            <a:rect r="r" b="b" t="t" l="l"/>
            <a:pathLst>
              <a:path h="6180151" w="17016201">
                <a:moveTo>
                  <a:pt x="0" y="0"/>
                </a:moveTo>
                <a:lnTo>
                  <a:pt x="17016202" y="0"/>
                </a:lnTo>
                <a:lnTo>
                  <a:pt x="17016202" y="6180152"/>
                </a:lnTo>
                <a:lnTo>
                  <a:pt x="0" y="61801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1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627308">
            <a:off x="5445209" y="7487829"/>
            <a:ext cx="17016201" cy="6180151"/>
          </a:xfrm>
          <a:custGeom>
            <a:avLst/>
            <a:gdLst/>
            <a:ahLst/>
            <a:cxnLst/>
            <a:rect r="r" b="b" t="t" l="l"/>
            <a:pathLst>
              <a:path h="6180151" w="17016201">
                <a:moveTo>
                  <a:pt x="0" y="0"/>
                </a:moveTo>
                <a:lnTo>
                  <a:pt x="17016201" y="0"/>
                </a:lnTo>
                <a:lnTo>
                  <a:pt x="17016201" y="6180152"/>
                </a:lnTo>
                <a:lnTo>
                  <a:pt x="0" y="618015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3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-660967" y="1043547"/>
            <a:ext cx="4988924" cy="921074"/>
            <a:chOff x="0" y="0"/>
            <a:chExt cx="1405611" cy="25950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405611" cy="259509"/>
            </a:xfrm>
            <a:custGeom>
              <a:avLst/>
              <a:gdLst/>
              <a:ahLst/>
              <a:cxnLst/>
              <a:rect r="r" b="b" t="t" l="l"/>
              <a:pathLst>
                <a:path h="259509" w="1405611">
                  <a:moveTo>
                    <a:pt x="0" y="0"/>
                  </a:moveTo>
                  <a:lnTo>
                    <a:pt x="1405611" y="0"/>
                  </a:lnTo>
                  <a:lnTo>
                    <a:pt x="1405611" y="259509"/>
                  </a:lnTo>
                  <a:lnTo>
                    <a:pt x="0" y="259509"/>
                  </a:lnTo>
                  <a:close/>
                </a:path>
              </a:pathLst>
            </a:custGeom>
            <a:solidFill>
              <a:srgbClr val="F4F8F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0"/>
              <a:ext cx="1405611" cy="259509"/>
            </a:xfrm>
            <a:prstGeom prst="rect">
              <a:avLst/>
            </a:prstGeom>
          </p:spPr>
          <p:txBody>
            <a:bodyPr anchor="ctr" rtlCol="false" tIns="47487" lIns="47487" bIns="47487" rIns="47487"/>
            <a:lstStyle/>
            <a:p>
              <a:pPr algn="ctr">
                <a:lnSpc>
                  <a:spcPts val="2321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3732445" y="622735"/>
            <a:ext cx="1762698" cy="1762698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AD00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anchor="ctr" rtlCol="false" tIns="47487" lIns="47487" bIns="47487" rIns="47487"/>
            <a:lstStyle/>
            <a:p>
              <a:pPr algn="ctr">
                <a:lnSpc>
                  <a:spcPts val="2321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4204552" y="919985"/>
            <a:ext cx="843647" cy="1227123"/>
          </a:xfrm>
          <a:custGeom>
            <a:avLst/>
            <a:gdLst/>
            <a:ahLst/>
            <a:cxnLst/>
            <a:rect r="r" b="b" t="t" l="l"/>
            <a:pathLst>
              <a:path h="1227123" w="843647">
                <a:moveTo>
                  <a:pt x="0" y="0"/>
                </a:moveTo>
                <a:lnTo>
                  <a:pt x="843647" y="0"/>
                </a:lnTo>
                <a:lnTo>
                  <a:pt x="843647" y="1227123"/>
                </a:lnTo>
                <a:lnTo>
                  <a:pt x="0" y="122712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3705277" y="0"/>
            <a:ext cx="4582723" cy="2447025"/>
          </a:xfrm>
          <a:custGeom>
            <a:avLst/>
            <a:gdLst/>
            <a:ahLst/>
            <a:cxnLst/>
            <a:rect r="r" b="b" t="t" l="l"/>
            <a:pathLst>
              <a:path h="2447025" w="4582723">
                <a:moveTo>
                  <a:pt x="0" y="0"/>
                </a:moveTo>
                <a:lnTo>
                  <a:pt x="4582723" y="0"/>
                </a:lnTo>
                <a:lnTo>
                  <a:pt x="4582723" y="2447025"/>
                </a:lnTo>
                <a:lnTo>
                  <a:pt x="0" y="244702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56839" t="-58174" r="-30402" b="-66254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827362" y="3264497"/>
            <a:ext cx="5170958" cy="3200809"/>
            <a:chOff x="0" y="0"/>
            <a:chExt cx="1361898" cy="84301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361898" cy="843012"/>
            </a:xfrm>
            <a:custGeom>
              <a:avLst/>
              <a:gdLst/>
              <a:ahLst/>
              <a:cxnLst/>
              <a:rect r="r" b="b" t="t" l="l"/>
              <a:pathLst>
                <a:path h="843012" w="1361898">
                  <a:moveTo>
                    <a:pt x="76357" y="0"/>
                  </a:moveTo>
                  <a:lnTo>
                    <a:pt x="1285542" y="0"/>
                  </a:lnTo>
                  <a:cubicBezTo>
                    <a:pt x="1327712" y="0"/>
                    <a:pt x="1361898" y="34186"/>
                    <a:pt x="1361898" y="76357"/>
                  </a:cubicBezTo>
                  <a:lnTo>
                    <a:pt x="1361898" y="766655"/>
                  </a:lnTo>
                  <a:cubicBezTo>
                    <a:pt x="1361898" y="808825"/>
                    <a:pt x="1327712" y="843012"/>
                    <a:pt x="1285542" y="843012"/>
                  </a:cubicBezTo>
                  <a:lnTo>
                    <a:pt x="76357" y="843012"/>
                  </a:lnTo>
                  <a:cubicBezTo>
                    <a:pt x="34186" y="843012"/>
                    <a:pt x="0" y="808825"/>
                    <a:pt x="0" y="766655"/>
                  </a:cubicBezTo>
                  <a:lnTo>
                    <a:pt x="0" y="76357"/>
                  </a:lnTo>
                  <a:cubicBezTo>
                    <a:pt x="0" y="34186"/>
                    <a:pt x="34186" y="0"/>
                    <a:pt x="76357" y="0"/>
                  </a:cubicBezTo>
                  <a:close/>
                </a:path>
              </a:pathLst>
            </a:custGeom>
            <a:solidFill>
              <a:srgbClr val="F4F8FF">
                <a:alpha val="92941"/>
              </a:srgbClr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1361898" cy="8430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321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6502456" y="3199759"/>
            <a:ext cx="5283087" cy="3265548"/>
            <a:chOff x="0" y="0"/>
            <a:chExt cx="1391430" cy="86006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391430" cy="860062"/>
            </a:xfrm>
            <a:custGeom>
              <a:avLst/>
              <a:gdLst/>
              <a:ahLst/>
              <a:cxnLst/>
              <a:rect r="r" b="b" t="t" l="l"/>
              <a:pathLst>
                <a:path h="860062" w="1391430">
                  <a:moveTo>
                    <a:pt x="74736" y="0"/>
                  </a:moveTo>
                  <a:lnTo>
                    <a:pt x="1316694" y="0"/>
                  </a:lnTo>
                  <a:cubicBezTo>
                    <a:pt x="1357970" y="0"/>
                    <a:pt x="1391430" y="33461"/>
                    <a:pt x="1391430" y="74736"/>
                  </a:cubicBezTo>
                  <a:lnTo>
                    <a:pt x="1391430" y="785326"/>
                  </a:lnTo>
                  <a:cubicBezTo>
                    <a:pt x="1391430" y="826601"/>
                    <a:pt x="1357970" y="860062"/>
                    <a:pt x="1316694" y="860062"/>
                  </a:cubicBezTo>
                  <a:lnTo>
                    <a:pt x="74736" y="860062"/>
                  </a:lnTo>
                  <a:cubicBezTo>
                    <a:pt x="33461" y="860062"/>
                    <a:pt x="0" y="826601"/>
                    <a:pt x="0" y="785326"/>
                  </a:cubicBezTo>
                  <a:lnTo>
                    <a:pt x="0" y="74736"/>
                  </a:lnTo>
                  <a:cubicBezTo>
                    <a:pt x="0" y="33461"/>
                    <a:pt x="33461" y="0"/>
                    <a:pt x="74736" y="0"/>
                  </a:cubicBezTo>
                  <a:close/>
                </a:path>
              </a:pathLst>
            </a:custGeom>
            <a:solidFill>
              <a:srgbClr val="F4F8FF">
                <a:alpha val="92941"/>
              </a:srgbClr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0"/>
              <a:ext cx="1391430" cy="8600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21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2290369" y="3232128"/>
            <a:ext cx="5356939" cy="3265548"/>
            <a:chOff x="0" y="0"/>
            <a:chExt cx="1410881" cy="860062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410881" cy="860062"/>
            </a:xfrm>
            <a:custGeom>
              <a:avLst/>
              <a:gdLst/>
              <a:ahLst/>
              <a:cxnLst/>
              <a:rect r="r" b="b" t="t" l="l"/>
              <a:pathLst>
                <a:path h="860062" w="1410881">
                  <a:moveTo>
                    <a:pt x="73706" y="0"/>
                  </a:moveTo>
                  <a:lnTo>
                    <a:pt x="1337175" y="0"/>
                  </a:lnTo>
                  <a:cubicBezTo>
                    <a:pt x="1377882" y="0"/>
                    <a:pt x="1410881" y="32999"/>
                    <a:pt x="1410881" y="73706"/>
                  </a:cubicBezTo>
                  <a:lnTo>
                    <a:pt x="1410881" y="786356"/>
                  </a:lnTo>
                  <a:cubicBezTo>
                    <a:pt x="1410881" y="827063"/>
                    <a:pt x="1377882" y="860062"/>
                    <a:pt x="1337175" y="860062"/>
                  </a:cubicBezTo>
                  <a:lnTo>
                    <a:pt x="73706" y="860062"/>
                  </a:lnTo>
                  <a:cubicBezTo>
                    <a:pt x="32999" y="860062"/>
                    <a:pt x="0" y="827063"/>
                    <a:pt x="0" y="786356"/>
                  </a:cubicBezTo>
                  <a:lnTo>
                    <a:pt x="0" y="73706"/>
                  </a:lnTo>
                  <a:cubicBezTo>
                    <a:pt x="0" y="32999"/>
                    <a:pt x="32999" y="0"/>
                    <a:pt x="73706" y="0"/>
                  </a:cubicBezTo>
                  <a:close/>
                </a:path>
              </a:pathLst>
            </a:custGeom>
            <a:solidFill>
              <a:srgbClr val="F4F8FF">
                <a:alpha val="92941"/>
              </a:srgbClr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0"/>
              <a:ext cx="1410881" cy="8600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21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6844043" y="6465306"/>
            <a:ext cx="4599914" cy="3376509"/>
            <a:chOff x="0" y="0"/>
            <a:chExt cx="1107300" cy="812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107301" cy="812800"/>
            </a:xfrm>
            <a:custGeom>
              <a:avLst/>
              <a:gdLst/>
              <a:ahLst/>
              <a:cxnLst/>
              <a:rect r="r" b="b" t="t" l="l"/>
              <a:pathLst>
                <a:path h="812800" w="1107301">
                  <a:moveTo>
                    <a:pt x="38710" y="0"/>
                  </a:moveTo>
                  <a:lnTo>
                    <a:pt x="1068590" y="0"/>
                  </a:lnTo>
                  <a:cubicBezTo>
                    <a:pt x="1089969" y="0"/>
                    <a:pt x="1107301" y="17331"/>
                    <a:pt x="1107301" y="38710"/>
                  </a:cubicBezTo>
                  <a:lnTo>
                    <a:pt x="1107301" y="774090"/>
                  </a:lnTo>
                  <a:cubicBezTo>
                    <a:pt x="1107301" y="795469"/>
                    <a:pt x="1089969" y="812800"/>
                    <a:pt x="1068590" y="812800"/>
                  </a:cubicBezTo>
                  <a:lnTo>
                    <a:pt x="38710" y="812800"/>
                  </a:lnTo>
                  <a:cubicBezTo>
                    <a:pt x="17331" y="812800"/>
                    <a:pt x="0" y="795469"/>
                    <a:pt x="0" y="774090"/>
                  </a:cubicBezTo>
                  <a:lnTo>
                    <a:pt x="0" y="38710"/>
                  </a:lnTo>
                  <a:cubicBezTo>
                    <a:pt x="0" y="17331"/>
                    <a:pt x="17331" y="0"/>
                    <a:pt x="38710" y="0"/>
                  </a:cubicBezTo>
                  <a:close/>
                </a:path>
              </a:pathLst>
            </a:custGeom>
            <a:blipFill>
              <a:blip r:embed="rId9"/>
              <a:stretch>
                <a:fillRect l="-14815" t="0" r="-14815" b="0"/>
              </a:stretch>
            </a:blip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062141" y="6465306"/>
            <a:ext cx="4599914" cy="3376509"/>
            <a:chOff x="0" y="0"/>
            <a:chExt cx="1107300" cy="812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107301" cy="812800"/>
            </a:xfrm>
            <a:custGeom>
              <a:avLst/>
              <a:gdLst/>
              <a:ahLst/>
              <a:cxnLst/>
              <a:rect r="r" b="b" t="t" l="l"/>
              <a:pathLst>
                <a:path h="812800" w="1107301">
                  <a:moveTo>
                    <a:pt x="38710" y="0"/>
                  </a:moveTo>
                  <a:lnTo>
                    <a:pt x="1068590" y="0"/>
                  </a:lnTo>
                  <a:cubicBezTo>
                    <a:pt x="1089969" y="0"/>
                    <a:pt x="1107301" y="17331"/>
                    <a:pt x="1107301" y="38710"/>
                  </a:cubicBezTo>
                  <a:lnTo>
                    <a:pt x="1107301" y="774090"/>
                  </a:lnTo>
                  <a:cubicBezTo>
                    <a:pt x="1107301" y="795469"/>
                    <a:pt x="1089969" y="812800"/>
                    <a:pt x="1068590" y="812800"/>
                  </a:cubicBezTo>
                  <a:lnTo>
                    <a:pt x="38710" y="812800"/>
                  </a:lnTo>
                  <a:cubicBezTo>
                    <a:pt x="17331" y="812800"/>
                    <a:pt x="0" y="795469"/>
                    <a:pt x="0" y="774090"/>
                  </a:cubicBezTo>
                  <a:lnTo>
                    <a:pt x="0" y="38710"/>
                  </a:lnTo>
                  <a:cubicBezTo>
                    <a:pt x="0" y="17331"/>
                    <a:pt x="17331" y="0"/>
                    <a:pt x="38710" y="0"/>
                  </a:cubicBezTo>
                  <a:close/>
                </a:path>
              </a:pathLst>
            </a:custGeom>
            <a:blipFill>
              <a:blip r:embed="rId10"/>
              <a:stretch>
                <a:fillRect l="-7348" t="0" r="-2929" b="0"/>
              </a:stretch>
            </a:blip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12668881" y="6497676"/>
            <a:ext cx="4599914" cy="3376509"/>
            <a:chOff x="0" y="0"/>
            <a:chExt cx="1107300" cy="8128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107301" cy="812800"/>
            </a:xfrm>
            <a:custGeom>
              <a:avLst/>
              <a:gdLst/>
              <a:ahLst/>
              <a:cxnLst/>
              <a:rect r="r" b="b" t="t" l="l"/>
              <a:pathLst>
                <a:path h="812800" w="1107301">
                  <a:moveTo>
                    <a:pt x="38710" y="0"/>
                  </a:moveTo>
                  <a:lnTo>
                    <a:pt x="1068590" y="0"/>
                  </a:lnTo>
                  <a:cubicBezTo>
                    <a:pt x="1089969" y="0"/>
                    <a:pt x="1107301" y="17331"/>
                    <a:pt x="1107301" y="38710"/>
                  </a:cubicBezTo>
                  <a:lnTo>
                    <a:pt x="1107301" y="774090"/>
                  </a:lnTo>
                  <a:cubicBezTo>
                    <a:pt x="1107301" y="795469"/>
                    <a:pt x="1089969" y="812800"/>
                    <a:pt x="1068590" y="812800"/>
                  </a:cubicBezTo>
                  <a:lnTo>
                    <a:pt x="38710" y="812800"/>
                  </a:lnTo>
                  <a:cubicBezTo>
                    <a:pt x="17331" y="812800"/>
                    <a:pt x="0" y="795469"/>
                    <a:pt x="0" y="774090"/>
                  </a:cubicBezTo>
                  <a:lnTo>
                    <a:pt x="0" y="38710"/>
                  </a:lnTo>
                  <a:cubicBezTo>
                    <a:pt x="0" y="17331"/>
                    <a:pt x="17331" y="0"/>
                    <a:pt x="38710" y="0"/>
                  </a:cubicBezTo>
                  <a:close/>
                </a:path>
              </a:pathLst>
            </a:custGeom>
            <a:blipFill>
              <a:blip r:embed="rId11"/>
              <a:stretch>
                <a:fillRect l="0" t="0" r="-119936" b="0"/>
              </a:stretch>
            </a:blipFill>
          </p:spPr>
        </p:sp>
      </p:grpSp>
      <p:sp>
        <p:nvSpPr>
          <p:cNvPr name="TextBox 27" id="27"/>
          <p:cNvSpPr txBox="true"/>
          <p:nvPr/>
        </p:nvSpPr>
        <p:spPr>
          <a:xfrm rot="0">
            <a:off x="1151905" y="3188297"/>
            <a:ext cx="4510150" cy="6878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60"/>
              </a:lnSpc>
            </a:pPr>
            <a:r>
              <a:rPr lang="en-US" sz="4043">
                <a:solidFill>
                  <a:srgbClr val="122A4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¿Que es el CORE?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6724477" y="3217923"/>
            <a:ext cx="4839046" cy="6878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60"/>
              </a:lnSpc>
            </a:pPr>
            <a:r>
              <a:rPr lang="en-US" sz="4043">
                <a:solidFill>
                  <a:srgbClr val="122A4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¿Cómo funciona?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3462916" y="3155928"/>
            <a:ext cx="3011845" cy="6878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60"/>
              </a:lnSpc>
            </a:pPr>
            <a:r>
              <a:rPr lang="en-US" sz="4043">
                <a:solidFill>
                  <a:srgbClr val="122A4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¿Qué hace?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940269" y="4056744"/>
            <a:ext cx="4933422" cy="173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>
                <a:solidFill>
                  <a:srgbClr val="122A4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Es el órgano colegiado que r</a:t>
            </a:r>
            <a:r>
              <a:rPr lang="en-US" sz="2499">
                <a:solidFill>
                  <a:srgbClr val="122A4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epresenta a la com</a:t>
            </a:r>
            <a:r>
              <a:rPr lang="en-US" sz="2499">
                <a:solidFill>
                  <a:srgbClr val="122A4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unidad y toma decisiones estratégicas para el desarrollo regional.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6677289" y="4056744"/>
            <a:ext cx="4933422" cy="2174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>
                <a:solidFill>
                  <a:srgbClr val="122A4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Opera mediante comisiones y sesiones de </a:t>
            </a:r>
            <a:r>
              <a:rPr lang="en-US" sz="2499">
                <a:solidFill>
                  <a:srgbClr val="122A4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pleno, siguiendo la Ley 19.175 y su reglame</a:t>
            </a:r>
            <a:r>
              <a:rPr lang="en-US" sz="2499">
                <a:solidFill>
                  <a:srgbClr val="122A4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nto, generando minutas, acuerdos y votaciones.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2461819" y="4059486"/>
            <a:ext cx="4933422" cy="2174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>
                <a:solidFill>
                  <a:srgbClr val="122A4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Aprueba proyectos y recursos regiona</a:t>
            </a:r>
            <a:r>
              <a:rPr lang="en-US" sz="2499">
                <a:solidFill>
                  <a:srgbClr val="122A4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les, fiscaliza la gestión pública y</a:t>
            </a:r>
            <a:r>
              <a:rPr lang="en-US" sz="2499">
                <a:solidFill>
                  <a:srgbClr val="122A4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 emite acuerdos que orientan el desarrollo de la región.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406903" y="1051189"/>
            <a:ext cx="2798631" cy="820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751"/>
              </a:lnSpc>
              <a:spcBef>
                <a:spcPct val="0"/>
              </a:spcBef>
            </a:pPr>
            <a:r>
              <a:rPr lang="en-US" b="true" sz="4822">
                <a:solidFill>
                  <a:srgbClr val="122A4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Contexto</a:t>
            </a:r>
          </a:p>
        </p:txBody>
      </p:sp>
    </p:spTree>
  </p:cSld>
  <p:clrMapOvr>
    <a:masterClrMapping/>
  </p:clrMapOvr>
  <p:transition spd="slow">
    <p:fade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8363622" y="-2142526"/>
            <a:ext cx="26848689" cy="8642470"/>
          </a:xfrm>
          <a:custGeom>
            <a:avLst/>
            <a:gdLst/>
            <a:ahLst/>
            <a:cxnLst/>
            <a:rect r="r" b="b" t="t" l="l"/>
            <a:pathLst>
              <a:path h="8642470" w="26848689">
                <a:moveTo>
                  <a:pt x="0" y="0"/>
                </a:moveTo>
                <a:lnTo>
                  <a:pt x="26848689" y="0"/>
                </a:lnTo>
                <a:lnTo>
                  <a:pt x="26848689" y="8642471"/>
                </a:lnTo>
                <a:lnTo>
                  <a:pt x="0" y="86424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7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383475" y="931960"/>
            <a:ext cx="5787097" cy="985325"/>
            <a:chOff x="0" y="0"/>
            <a:chExt cx="1524174" cy="25950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524174" cy="259509"/>
            </a:xfrm>
            <a:custGeom>
              <a:avLst/>
              <a:gdLst/>
              <a:ahLst/>
              <a:cxnLst/>
              <a:rect r="r" b="b" t="t" l="l"/>
              <a:pathLst>
                <a:path h="259509" w="1524174">
                  <a:moveTo>
                    <a:pt x="0" y="0"/>
                  </a:moveTo>
                  <a:lnTo>
                    <a:pt x="1524174" y="0"/>
                  </a:lnTo>
                  <a:lnTo>
                    <a:pt x="1524174" y="259509"/>
                  </a:lnTo>
                  <a:lnTo>
                    <a:pt x="0" y="259509"/>
                  </a:lnTo>
                  <a:close/>
                </a:path>
              </a:pathLst>
            </a:custGeom>
            <a:solidFill>
              <a:srgbClr val="122A4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0"/>
              <a:ext cx="1524174" cy="2595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21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4573335" y="594336"/>
            <a:ext cx="1660574" cy="1660574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AD0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anchor="ctr" rtlCol="false" tIns="22884" lIns="22884" bIns="22884" rIns="22884"/>
            <a:lstStyle/>
            <a:p>
              <a:pPr algn="ctr">
                <a:lnSpc>
                  <a:spcPts val="2321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2012560" y="2845690"/>
            <a:ext cx="8755738" cy="4910029"/>
            <a:chOff x="0" y="0"/>
            <a:chExt cx="2306038" cy="129317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306038" cy="1293176"/>
            </a:xfrm>
            <a:custGeom>
              <a:avLst/>
              <a:gdLst/>
              <a:ahLst/>
              <a:cxnLst/>
              <a:rect r="r" b="b" t="t" l="l"/>
              <a:pathLst>
                <a:path h="1293176" w="2306038">
                  <a:moveTo>
                    <a:pt x="45095" y="0"/>
                  </a:moveTo>
                  <a:lnTo>
                    <a:pt x="2260943" y="0"/>
                  </a:lnTo>
                  <a:cubicBezTo>
                    <a:pt x="2272903" y="0"/>
                    <a:pt x="2284373" y="4751"/>
                    <a:pt x="2292830" y="13208"/>
                  </a:cubicBezTo>
                  <a:cubicBezTo>
                    <a:pt x="2301287" y="21665"/>
                    <a:pt x="2306038" y="33135"/>
                    <a:pt x="2306038" y="45095"/>
                  </a:cubicBezTo>
                  <a:lnTo>
                    <a:pt x="2306038" y="1248082"/>
                  </a:lnTo>
                  <a:cubicBezTo>
                    <a:pt x="2306038" y="1260041"/>
                    <a:pt x="2301287" y="1271511"/>
                    <a:pt x="2292830" y="1279968"/>
                  </a:cubicBezTo>
                  <a:cubicBezTo>
                    <a:pt x="2284373" y="1288425"/>
                    <a:pt x="2272903" y="1293176"/>
                    <a:pt x="2260943" y="1293176"/>
                  </a:cubicBezTo>
                  <a:lnTo>
                    <a:pt x="45095" y="1293176"/>
                  </a:lnTo>
                  <a:cubicBezTo>
                    <a:pt x="33135" y="1293176"/>
                    <a:pt x="21665" y="1288425"/>
                    <a:pt x="13208" y="1279968"/>
                  </a:cubicBezTo>
                  <a:cubicBezTo>
                    <a:pt x="4751" y="1271511"/>
                    <a:pt x="0" y="1260041"/>
                    <a:pt x="0" y="1248082"/>
                  </a:cubicBezTo>
                  <a:lnTo>
                    <a:pt x="0" y="45095"/>
                  </a:lnTo>
                  <a:cubicBezTo>
                    <a:pt x="0" y="33135"/>
                    <a:pt x="4751" y="21665"/>
                    <a:pt x="13208" y="13208"/>
                  </a:cubicBezTo>
                  <a:cubicBezTo>
                    <a:pt x="21665" y="4751"/>
                    <a:pt x="33135" y="0"/>
                    <a:pt x="45095" y="0"/>
                  </a:cubicBezTo>
                  <a:close/>
                </a:path>
              </a:pathLst>
            </a:custGeom>
            <a:solidFill>
              <a:srgbClr val="122A40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0"/>
              <a:ext cx="2306038" cy="12931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21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11061210" y="2845690"/>
            <a:ext cx="5358918" cy="4910029"/>
          </a:xfrm>
          <a:custGeom>
            <a:avLst/>
            <a:gdLst/>
            <a:ahLst/>
            <a:cxnLst/>
            <a:rect r="r" b="b" t="t" l="l"/>
            <a:pathLst>
              <a:path h="4910029" w="5358918">
                <a:moveTo>
                  <a:pt x="0" y="0"/>
                </a:moveTo>
                <a:lnTo>
                  <a:pt x="5358918" y="0"/>
                </a:lnTo>
                <a:lnTo>
                  <a:pt x="5358918" y="4910029"/>
                </a:lnTo>
                <a:lnTo>
                  <a:pt x="0" y="491002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3377" r="-3096" b="-9144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4882597" y="915450"/>
            <a:ext cx="1042050" cy="888585"/>
          </a:xfrm>
          <a:custGeom>
            <a:avLst/>
            <a:gdLst/>
            <a:ahLst/>
            <a:cxnLst/>
            <a:rect r="r" b="b" t="t" l="l"/>
            <a:pathLst>
              <a:path h="888585" w="1042050">
                <a:moveTo>
                  <a:pt x="0" y="0"/>
                </a:moveTo>
                <a:lnTo>
                  <a:pt x="1042050" y="0"/>
                </a:lnTo>
                <a:lnTo>
                  <a:pt x="1042050" y="888585"/>
                </a:lnTo>
                <a:lnTo>
                  <a:pt x="0" y="88858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41617" y="923925"/>
            <a:ext cx="4322366" cy="880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139"/>
              </a:lnSpc>
              <a:spcBef>
                <a:spcPct val="0"/>
              </a:spcBef>
            </a:pPr>
            <a:r>
              <a:rPr lang="en-US" b="true" sz="510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Problemática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688012" y="3668861"/>
            <a:ext cx="7404834" cy="28310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656"/>
              </a:lnSpc>
            </a:pPr>
            <a:r>
              <a:rPr lang="en-US" sz="4040" b="true">
                <a:solidFill>
                  <a:srgbClr val="F4F8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La ineficiencia en flujo de documentación de las comisiones del Consejo Regional de Valparaíso.</a:t>
            </a:r>
          </a:p>
        </p:txBody>
      </p:sp>
    </p:spTree>
  </p:cSld>
  <p:clrMapOvr>
    <a:masterClrMapping/>
  </p:clrMapOvr>
  <p:transition spd="slow">
    <p:fade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8363622" y="-2142526"/>
            <a:ext cx="26848689" cy="8642470"/>
          </a:xfrm>
          <a:custGeom>
            <a:avLst/>
            <a:gdLst/>
            <a:ahLst/>
            <a:cxnLst/>
            <a:rect r="r" b="b" t="t" l="l"/>
            <a:pathLst>
              <a:path h="8642470" w="26848689">
                <a:moveTo>
                  <a:pt x="0" y="0"/>
                </a:moveTo>
                <a:lnTo>
                  <a:pt x="26848689" y="0"/>
                </a:lnTo>
                <a:lnTo>
                  <a:pt x="26848689" y="8642471"/>
                </a:lnTo>
                <a:lnTo>
                  <a:pt x="0" y="86424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383475" y="931960"/>
            <a:ext cx="5787097" cy="985325"/>
            <a:chOff x="0" y="0"/>
            <a:chExt cx="1524174" cy="25950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524174" cy="259509"/>
            </a:xfrm>
            <a:custGeom>
              <a:avLst/>
              <a:gdLst/>
              <a:ahLst/>
              <a:cxnLst/>
              <a:rect r="r" b="b" t="t" l="l"/>
              <a:pathLst>
                <a:path h="259509" w="1524174">
                  <a:moveTo>
                    <a:pt x="0" y="0"/>
                  </a:moveTo>
                  <a:lnTo>
                    <a:pt x="1524174" y="0"/>
                  </a:lnTo>
                  <a:lnTo>
                    <a:pt x="1524174" y="259509"/>
                  </a:lnTo>
                  <a:lnTo>
                    <a:pt x="0" y="259509"/>
                  </a:lnTo>
                  <a:close/>
                </a:path>
              </a:pathLst>
            </a:custGeom>
            <a:solidFill>
              <a:srgbClr val="122A4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0"/>
              <a:ext cx="1524174" cy="2595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21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4573335" y="594336"/>
            <a:ext cx="1660574" cy="1660574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AD0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anchor="ctr" rtlCol="false" tIns="22884" lIns="22884" bIns="22884" rIns="22884"/>
            <a:lstStyle/>
            <a:p>
              <a:pPr algn="ctr">
                <a:lnSpc>
                  <a:spcPts val="2321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2012560" y="2845690"/>
            <a:ext cx="8755738" cy="4910029"/>
            <a:chOff x="0" y="0"/>
            <a:chExt cx="2306038" cy="129317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306038" cy="1293176"/>
            </a:xfrm>
            <a:custGeom>
              <a:avLst/>
              <a:gdLst/>
              <a:ahLst/>
              <a:cxnLst/>
              <a:rect r="r" b="b" t="t" l="l"/>
              <a:pathLst>
                <a:path h="1293176" w="2306038">
                  <a:moveTo>
                    <a:pt x="45095" y="0"/>
                  </a:moveTo>
                  <a:lnTo>
                    <a:pt x="2260943" y="0"/>
                  </a:lnTo>
                  <a:cubicBezTo>
                    <a:pt x="2272903" y="0"/>
                    <a:pt x="2284373" y="4751"/>
                    <a:pt x="2292830" y="13208"/>
                  </a:cubicBezTo>
                  <a:cubicBezTo>
                    <a:pt x="2301287" y="21665"/>
                    <a:pt x="2306038" y="33135"/>
                    <a:pt x="2306038" y="45095"/>
                  </a:cubicBezTo>
                  <a:lnTo>
                    <a:pt x="2306038" y="1248082"/>
                  </a:lnTo>
                  <a:cubicBezTo>
                    <a:pt x="2306038" y="1260041"/>
                    <a:pt x="2301287" y="1271511"/>
                    <a:pt x="2292830" y="1279968"/>
                  </a:cubicBezTo>
                  <a:cubicBezTo>
                    <a:pt x="2284373" y="1288425"/>
                    <a:pt x="2272903" y="1293176"/>
                    <a:pt x="2260943" y="1293176"/>
                  </a:cubicBezTo>
                  <a:lnTo>
                    <a:pt x="45095" y="1293176"/>
                  </a:lnTo>
                  <a:cubicBezTo>
                    <a:pt x="33135" y="1293176"/>
                    <a:pt x="21665" y="1288425"/>
                    <a:pt x="13208" y="1279968"/>
                  </a:cubicBezTo>
                  <a:cubicBezTo>
                    <a:pt x="4751" y="1271511"/>
                    <a:pt x="0" y="1260041"/>
                    <a:pt x="0" y="1248082"/>
                  </a:cubicBezTo>
                  <a:lnTo>
                    <a:pt x="0" y="45095"/>
                  </a:lnTo>
                  <a:cubicBezTo>
                    <a:pt x="0" y="33135"/>
                    <a:pt x="4751" y="21665"/>
                    <a:pt x="13208" y="13208"/>
                  </a:cubicBezTo>
                  <a:cubicBezTo>
                    <a:pt x="21665" y="4751"/>
                    <a:pt x="33135" y="0"/>
                    <a:pt x="45095" y="0"/>
                  </a:cubicBezTo>
                  <a:close/>
                </a:path>
              </a:pathLst>
            </a:custGeom>
            <a:solidFill>
              <a:srgbClr val="122A40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0"/>
              <a:ext cx="2306038" cy="12931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21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4833250" y="859436"/>
            <a:ext cx="1140744" cy="1130373"/>
          </a:xfrm>
          <a:custGeom>
            <a:avLst/>
            <a:gdLst/>
            <a:ahLst/>
            <a:cxnLst/>
            <a:rect r="r" b="b" t="t" l="l"/>
            <a:pathLst>
              <a:path h="1130373" w="1140744">
                <a:moveTo>
                  <a:pt x="0" y="0"/>
                </a:moveTo>
                <a:lnTo>
                  <a:pt x="1140744" y="0"/>
                </a:lnTo>
                <a:lnTo>
                  <a:pt x="1140744" y="1130373"/>
                </a:lnTo>
                <a:lnTo>
                  <a:pt x="0" y="113037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1061210" y="2845690"/>
            <a:ext cx="5214230" cy="4781284"/>
          </a:xfrm>
          <a:custGeom>
            <a:avLst/>
            <a:gdLst/>
            <a:ahLst/>
            <a:cxnLst/>
            <a:rect r="r" b="b" t="t" l="l"/>
            <a:pathLst>
              <a:path h="4781284" w="5214230">
                <a:moveTo>
                  <a:pt x="0" y="0"/>
                </a:moveTo>
                <a:lnTo>
                  <a:pt x="5214230" y="0"/>
                </a:lnTo>
                <a:lnTo>
                  <a:pt x="5214230" y="4781284"/>
                </a:lnTo>
                <a:lnTo>
                  <a:pt x="0" y="478128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-9055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530268" y="884335"/>
            <a:ext cx="3421261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279"/>
              </a:lnSpc>
              <a:spcBef>
                <a:spcPct val="0"/>
              </a:spcBef>
            </a:pPr>
            <a:r>
              <a:rPr lang="en-US" b="true" sz="5199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Necesidad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880557" y="3187458"/>
            <a:ext cx="7404834" cy="35454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656"/>
              </a:lnSpc>
            </a:pPr>
            <a:r>
              <a:rPr lang="en-US" b="true" sz="404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Optimizar el flujo y la gestión de la documentación que se generan en las comisiones del CORE Valparaíso.</a:t>
            </a:r>
          </a:p>
        </p:txBody>
      </p:sp>
    </p:spTree>
  </p:cSld>
  <p:clrMapOvr>
    <a:masterClrMapping/>
  </p:clrMapOvr>
  <p:transition spd="slow">
    <p:fade/>
  </p:transition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506130"/>
            <a:ext cx="9882464" cy="982454"/>
            <a:chOff x="0" y="0"/>
            <a:chExt cx="2602789" cy="25875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602789" cy="258753"/>
            </a:xfrm>
            <a:custGeom>
              <a:avLst/>
              <a:gdLst/>
              <a:ahLst/>
              <a:cxnLst/>
              <a:rect r="r" b="b" t="t" l="l"/>
              <a:pathLst>
                <a:path h="258753" w="2602789">
                  <a:moveTo>
                    <a:pt x="0" y="0"/>
                  </a:moveTo>
                  <a:lnTo>
                    <a:pt x="2602789" y="0"/>
                  </a:lnTo>
                  <a:lnTo>
                    <a:pt x="2602789" y="258753"/>
                  </a:lnTo>
                  <a:lnTo>
                    <a:pt x="0" y="258753"/>
                  </a:lnTo>
                  <a:close/>
                </a:path>
              </a:pathLst>
            </a:custGeom>
            <a:solidFill>
              <a:srgbClr val="122A4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2602789" cy="25875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21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true" rot="2298063">
            <a:off x="7559921" y="1120280"/>
            <a:ext cx="15361663" cy="4678552"/>
          </a:xfrm>
          <a:custGeom>
            <a:avLst/>
            <a:gdLst/>
            <a:ahLst/>
            <a:cxnLst/>
            <a:rect r="r" b="b" t="t" l="l"/>
            <a:pathLst>
              <a:path h="4678552" w="15361663">
                <a:moveTo>
                  <a:pt x="0" y="4678552"/>
                </a:moveTo>
                <a:lnTo>
                  <a:pt x="15361663" y="4678552"/>
                </a:lnTo>
                <a:lnTo>
                  <a:pt x="15361663" y="0"/>
                </a:lnTo>
                <a:lnTo>
                  <a:pt x="0" y="0"/>
                </a:lnTo>
                <a:lnTo>
                  <a:pt x="0" y="4678552"/>
                </a:lnTo>
                <a:close/>
              </a:path>
            </a:pathLst>
          </a:custGeom>
          <a:blipFill>
            <a:blip r:embed="rId2">
              <a:alphaModFix amt="37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9451683" y="195804"/>
            <a:ext cx="1634450" cy="1634450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AD0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21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9808128" y="449383"/>
            <a:ext cx="921560" cy="1127290"/>
          </a:xfrm>
          <a:custGeom>
            <a:avLst/>
            <a:gdLst/>
            <a:ahLst/>
            <a:cxnLst/>
            <a:rect r="r" b="b" t="t" l="l"/>
            <a:pathLst>
              <a:path h="1127290" w="921560">
                <a:moveTo>
                  <a:pt x="0" y="0"/>
                </a:moveTo>
                <a:lnTo>
                  <a:pt x="921560" y="0"/>
                </a:lnTo>
                <a:lnTo>
                  <a:pt x="921560" y="1127291"/>
                </a:lnTo>
                <a:lnTo>
                  <a:pt x="0" y="112729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1028700" y="3049582"/>
            <a:ext cx="9248974" cy="4625959"/>
            <a:chOff x="0" y="0"/>
            <a:chExt cx="2380381" cy="119056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380381" cy="1190569"/>
            </a:xfrm>
            <a:custGeom>
              <a:avLst/>
              <a:gdLst/>
              <a:ahLst/>
              <a:cxnLst/>
              <a:rect r="r" b="b" t="t" l="l"/>
              <a:pathLst>
                <a:path h="1190569" w="2380381">
                  <a:moveTo>
                    <a:pt x="42690" y="0"/>
                  </a:moveTo>
                  <a:lnTo>
                    <a:pt x="2337691" y="0"/>
                  </a:lnTo>
                  <a:cubicBezTo>
                    <a:pt x="2349013" y="0"/>
                    <a:pt x="2359872" y="4498"/>
                    <a:pt x="2367878" y="12504"/>
                  </a:cubicBezTo>
                  <a:cubicBezTo>
                    <a:pt x="2375883" y="20509"/>
                    <a:pt x="2380381" y="31368"/>
                    <a:pt x="2380381" y="42690"/>
                  </a:cubicBezTo>
                  <a:lnTo>
                    <a:pt x="2380381" y="1147879"/>
                  </a:lnTo>
                  <a:cubicBezTo>
                    <a:pt x="2380381" y="1159202"/>
                    <a:pt x="2375883" y="1170060"/>
                    <a:pt x="2367878" y="1178066"/>
                  </a:cubicBezTo>
                  <a:cubicBezTo>
                    <a:pt x="2359872" y="1186072"/>
                    <a:pt x="2349013" y="1190569"/>
                    <a:pt x="2337691" y="1190569"/>
                  </a:cubicBezTo>
                  <a:lnTo>
                    <a:pt x="42690" y="1190569"/>
                  </a:lnTo>
                  <a:cubicBezTo>
                    <a:pt x="19113" y="1190569"/>
                    <a:pt x="0" y="1171456"/>
                    <a:pt x="0" y="1147879"/>
                  </a:cubicBezTo>
                  <a:lnTo>
                    <a:pt x="0" y="42690"/>
                  </a:lnTo>
                  <a:cubicBezTo>
                    <a:pt x="0" y="31368"/>
                    <a:pt x="4498" y="20509"/>
                    <a:pt x="12504" y="12504"/>
                  </a:cubicBezTo>
                  <a:cubicBezTo>
                    <a:pt x="20509" y="4498"/>
                    <a:pt x="31368" y="0"/>
                    <a:pt x="42690" y="0"/>
                  </a:cubicBezTo>
                  <a:close/>
                </a:path>
              </a:pathLst>
            </a:custGeom>
            <a:solidFill>
              <a:srgbClr val="122A40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0"/>
              <a:ext cx="2380381" cy="11905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21"/>
                </a:lnSpc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10729688" y="1930744"/>
            <a:ext cx="7019473" cy="7019501"/>
          </a:xfrm>
          <a:custGeom>
            <a:avLst/>
            <a:gdLst/>
            <a:ahLst/>
            <a:cxnLst/>
            <a:rect r="r" b="b" t="t" l="l"/>
            <a:pathLst>
              <a:path h="7019501" w="7019473">
                <a:moveTo>
                  <a:pt x="0" y="0"/>
                </a:moveTo>
                <a:lnTo>
                  <a:pt x="7019473" y="0"/>
                </a:lnTo>
                <a:lnTo>
                  <a:pt x="7019473" y="7019500"/>
                </a:lnTo>
                <a:lnTo>
                  <a:pt x="0" y="70195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-50944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27394" y="546028"/>
            <a:ext cx="9189183" cy="8169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722"/>
              </a:lnSpc>
              <a:spcBef>
                <a:spcPct val="0"/>
              </a:spcBef>
            </a:pPr>
            <a:r>
              <a:rPr lang="en-US" b="true" sz="480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Requerimientos del usuario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31173" y="3284741"/>
            <a:ext cx="8806716" cy="45999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11735" indent="-305867" lvl="1">
              <a:lnSpc>
                <a:spcPts val="4080"/>
              </a:lnSpc>
              <a:buFont typeface="Arial"/>
              <a:buChar char="•"/>
            </a:pPr>
            <a:r>
              <a:rPr lang="en-US" sz="2833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Gestión digital de minutas para las comisiones.</a:t>
            </a:r>
          </a:p>
          <a:p>
            <a:pPr algn="l">
              <a:lnSpc>
                <a:spcPts val="4080"/>
              </a:lnSpc>
            </a:pPr>
          </a:p>
          <a:p>
            <a:pPr algn="l" marL="611735" indent="-305867" lvl="1">
              <a:lnSpc>
                <a:spcPts val="4080"/>
              </a:lnSpc>
              <a:buFont typeface="Arial"/>
              <a:buChar char="•"/>
            </a:pPr>
            <a:r>
              <a:rPr lang="en-US" sz="2833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Gestión de asistencia y registro en minuta.</a:t>
            </a:r>
          </a:p>
          <a:p>
            <a:pPr algn="l">
              <a:lnSpc>
                <a:spcPts val="4080"/>
              </a:lnSpc>
            </a:pPr>
          </a:p>
          <a:p>
            <a:pPr algn="l" marL="611735" indent="-305867" lvl="1">
              <a:lnSpc>
                <a:spcPts val="4080"/>
              </a:lnSpc>
              <a:buFont typeface="Arial"/>
              <a:buChar char="•"/>
            </a:pPr>
            <a:r>
              <a:rPr lang="en-US" sz="2833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Gestión de votación y registro en minuta</a:t>
            </a:r>
            <a:r>
              <a:rPr lang="en-US" sz="2833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</a:p>
          <a:p>
            <a:pPr algn="l">
              <a:lnSpc>
                <a:spcPts val="4080"/>
              </a:lnSpc>
            </a:pPr>
          </a:p>
          <a:p>
            <a:pPr algn="l" marL="611735" indent="-305867" lvl="1">
              <a:lnSpc>
                <a:spcPts val="4080"/>
              </a:lnSpc>
              <a:buFont typeface="Arial"/>
              <a:buChar char="•"/>
            </a:pPr>
            <a:r>
              <a:rPr lang="en-US" sz="2833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Historial y trazabilidad de la documentación.</a:t>
            </a:r>
          </a:p>
          <a:p>
            <a:pPr algn="l">
              <a:lnSpc>
                <a:spcPts val="4080"/>
              </a:lnSpc>
            </a:pPr>
          </a:p>
          <a:p>
            <a:pPr algn="l">
              <a:lnSpc>
                <a:spcPts val="4080"/>
              </a:lnSpc>
            </a:pPr>
          </a:p>
        </p:txBody>
      </p:sp>
    </p:spTree>
  </p:cSld>
  <p:clrMapOvr>
    <a:masterClrMapping/>
  </p:clrMapOvr>
  <p:transition spd="slow">
    <p:fade/>
  </p:transition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506130"/>
            <a:ext cx="9882464" cy="982454"/>
            <a:chOff x="0" y="0"/>
            <a:chExt cx="2602789" cy="25875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602789" cy="258753"/>
            </a:xfrm>
            <a:custGeom>
              <a:avLst/>
              <a:gdLst/>
              <a:ahLst/>
              <a:cxnLst/>
              <a:rect r="r" b="b" t="t" l="l"/>
              <a:pathLst>
                <a:path h="258753" w="2602789">
                  <a:moveTo>
                    <a:pt x="0" y="0"/>
                  </a:moveTo>
                  <a:lnTo>
                    <a:pt x="2602789" y="0"/>
                  </a:lnTo>
                  <a:lnTo>
                    <a:pt x="2602789" y="258753"/>
                  </a:lnTo>
                  <a:lnTo>
                    <a:pt x="0" y="258753"/>
                  </a:lnTo>
                  <a:close/>
                </a:path>
              </a:pathLst>
            </a:custGeom>
            <a:solidFill>
              <a:srgbClr val="122A4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2602789" cy="25875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21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true" rot="2298063">
            <a:off x="7559921" y="1120280"/>
            <a:ext cx="15361663" cy="4678552"/>
          </a:xfrm>
          <a:custGeom>
            <a:avLst/>
            <a:gdLst/>
            <a:ahLst/>
            <a:cxnLst/>
            <a:rect r="r" b="b" t="t" l="l"/>
            <a:pathLst>
              <a:path h="4678552" w="15361663">
                <a:moveTo>
                  <a:pt x="0" y="4678552"/>
                </a:moveTo>
                <a:lnTo>
                  <a:pt x="15361663" y="4678552"/>
                </a:lnTo>
                <a:lnTo>
                  <a:pt x="15361663" y="0"/>
                </a:lnTo>
                <a:lnTo>
                  <a:pt x="0" y="0"/>
                </a:lnTo>
                <a:lnTo>
                  <a:pt x="0" y="4678552"/>
                </a:lnTo>
                <a:close/>
              </a:path>
            </a:pathLst>
          </a:custGeom>
          <a:blipFill>
            <a:blip r:embed="rId2">
              <a:alphaModFix amt="3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9451683" y="195804"/>
            <a:ext cx="1634450" cy="1634450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AD0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21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9808128" y="449383"/>
            <a:ext cx="921560" cy="1127290"/>
          </a:xfrm>
          <a:custGeom>
            <a:avLst/>
            <a:gdLst/>
            <a:ahLst/>
            <a:cxnLst/>
            <a:rect r="r" b="b" t="t" l="l"/>
            <a:pathLst>
              <a:path h="1127290" w="921560">
                <a:moveTo>
                  <a:pt x="0" y="0"/>
                </a:moveTo>
                <a:lnTo>
                  <a:pt x="921560" y="0"/>
                </a:lnTo>
                <a:lnTo>
                  <a:pt x="921560" y="1127291"/>
                </a:lnTo>
                <a:lnTo>
                  <a:pt x="0" y="112729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1028700" y="3049582"/>
            <a:ext cx="9009188" cy="4717779"/>
            <a:chOff x="0" y="0"/>
            <a:chExt cx="2318668" cy="121420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318668" cy="1214201"/>
            </a:xfrm>
            <a:custGeom>
              <a:avLst/>
              <a:gdLst/>
              <a:ahLst/>
              <a:cxnLst/>
              <a:rect r="r" b="b" t="t" l="l"/>
              <a:pathLst>
                <a:path h="1214201" w="2318668">
                  <a:moveTo>
                    <a:pt x="43826" y="0"/>
                  </a:moveTo>
                  <a:lnTo>
                    <a:pt x="2274842" y="0"/>
                  </a:lnTo>
                  <a:cubicBezTo>
                    <a:pt x="2299046" y="0"/>
                    <a:pt x="2318668" y="19622"/>
                    <a:pt x="2318668" y="43826"/>
                  </a:cubicBezTo>
                  <a:lnTo>
                    <a:pt x="2318668" y="1170375"/>
                  </a:lnTo>
                  <a:cubicBezTo>
                    <a:pt x="2318668" y="1181998"/>
                    <a:pt x="2314051" y="1193145"/>
                    <a:pt x="2305832" y="1201364"/>
                  </a:cubicBezTo>
                  <a:cubicBezTo>
                    <a:pt x="2297613" y="1209583"/>
                    <a:pt x="2286465" y="1214201"/>
                    <a:pt x="2274842" y="1214201"/>
                  </a:cubicBezTo>
                  <a:lnTo>
                    <a:pt x="43826" y="1214201"/>
                  </a:lnTo>
                  <a:cubicBezTo>
                    <a:pt x="19622" y="1214201"/>
                    <a:pt x="0" y="1194579"/>
                    <a:pt x="0" y="1170375"/>
                  </a:cubicBezTo>
                  <a:lnTo>
                    <a:pt x="0" y="43826"/>
                  </a:lnTo>
                  <a:cubicBezTo>
                    <a:pt x="0" y="19622"/>
                    <a:pt x="19622" y="0"/>
                    <a:pt x="43826" y="0"/>
                  </a:cubicBezTo>
                  <a:close/>
                </a:path>
              </a:pathLst>
            </a:custGeom>
            <a:solidFill>
              <a:srgbClr val="122A40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0"/>
              <a:ext cx="2318668" cy="12142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21"/>
                </a:lnSpc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10268908" y="3049582"/>
            <a:ext cx="7081094" cy="4717779"/>
          </a:xfrm>
          <a:custGeom>
            <a:avLst/>
            <a:gdLst/>
            <a:ahLst/>
            <a:cxnLst/>
            <a:rect r="r" b="b" t="t" l="l"/>
            <a:pathLst>
              <a:path h="4717779" w="7081094">
                <a:moveTo>
                  <a:pt x="0" y="0"/>
                </a:moveTo>
                <a:lnTo>
                  <a:pt x="7081094" y="0"/>
                </a:lnTo>
                <a:lnTo>
                  <a:pt x="7081094" y="4717779"/>
                </a:lnTo>
                <a:lnTo>
                  <a:pt x="0" y="471777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27394" y="546028"/>
            <a:ext cx="9189183" cy="8169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722"/>
              </a:lnSpc>
              <a:spcBef>
                <a:spcPct val="0"/>
              </a:spcBef>
            </a:pPr>
            <a:r>
              <a:rPr lang="en-US" b="true" sz="480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Requerimientos Técnicos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148986" y="3115313"/>
            <a:ext cx="8806716" cy="40855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11735" indent="-305867" lvl="1">
              <a:lnSpc>
                <a:spcPts val="4080"/>
              </a:lnSpc>
              <a:buFont typeface="Arial"/>
              <a:buChar char="•"/>
            </a:pPr>
            <a:r>
              <a:rPr lang="en-US" sz="2833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El lenguaje de programación debe ser</a:t>
            </a:r>
            <a:r>
              <a:rPr lang="en-US" sz="2833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PHP. </a:t>
            </a:r>
          </a:p>
          <a:p>
            <a:pPr algn="l">
              <a:lnSpc>
                <a:spcPts val="4080"/>
              </a:lnSpc>
            </a:pPr>
          </a:p>
          <a:p>
            <a:pPr algn="l" marL="611735" indent="-305867" lvl="1">
              <a:lnSpc>
                <a:spcPts val="4080"/>
              </a:lnSpc>
              <a:buFont typeface="Arial"/>
              <a:buChar char="•"/>
            </a:pPr>
            <a:r>
              <a:rPr lang="en-US" sz="2833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La firma debe ser electrónica.</a:t>
            </a:r>
          </a:p>
          <a:p>
            <a:pPr algn="l">
              <a:lnSpc>
                <a:spcPts val="4080"/>
              </a:lnSpc>
            </a:pPr>
          </a:p>
          <a:p>
            <a:pPr algn="l" marL="611735" indent="-305867" lvl="1">
              <a:lnSpc>
                <a:spcPts val="4080"/>
              </a:lnSpc>
              <a:buFont typeface="Arial"/>
              <a:buChar char="•"/>
            </a:pPr>
            <a:r>
              <a:rPr lang="en-US" sz="2833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La base de datos debe ser MariaDB.</a:t>
            </a:r>
          </a:p>
          <a:p>
            <a:pPr algn="l">
              <a:lnSpc>
                <a:spcPts val="4080"/>
              </a:lnSpc>
            </a:pPr>
          </a:p>
          <a:p>
            <a:pPr algn="l" marL="611735" indent="-305867" lvl="1">
              <a:lnSpc>
                <a:spcPts val="4080"/>
              </a:lnSpc>
              <a:buFont typeface="Arial"/>
              <a:buChar char="•"/>
            </a:pPr>
            <a:r>
              <a:rPr lang="en-US" sz="2833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Los registros deben incluir un timestamp.</a:t>
            </a:r>
          </a:p>
          <a:p>
            <a:pPr algn="l">
              <a:lnSpc>
                <a:spcPts val="4080"/>
              </a:lnSpc>
            </a:pPr>
          </a:p>
        </p:txBody>
      </p:sp>
    </p:spTree>
  </p:cSld>
  <p:clrMapOvr>
    <a:masterClrMapping/>
  </p:clrMapOvr>
  <p:transition spd="slow">
    <p:fade/>
  </p:transition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22A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7659689" y="-2080742"/>
            <a:ext cx="26848689" cy="8642470"/>
          </a:xfrm>
          <a:custGeom>
            <a:avLst/>
            <a:gdLst/>
            <a:ahLst/>
            <a:cxnLst/>
            <a:rect r="r" b="b" t="t" l="l"/>
            <a:pathLst>
              <a:path h="8642470" w="26848689">
                <a:moveTo>
                  <a:pt x="0" y="0"/>
                </a:moveTo>
                <a:lnTo>
                  <a:pt x="26848689" y="0"/>
                </a:lnTo>
                <a:lnTo>
                  <a:pt x="26848689" y="8642470"/>
                </a:lnTo>
                <a:lnTo>
                  <a:pt x="0" y="8642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7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383475" y="931960"/>
            <a:ext cx="5787097" cy="985325"/>
            <a:chOff x="0" y="0"/>
            <a:chExt cx="1524174" cy="25950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524174" cy="259509"/>
            </a:xfrm>
            <a:custGeom>
              <a:avLst/>
              <a:gdLst/>
              <a:ahLst/>
              <a:cxnLst/>
              <a:rect r="r" b="b" t="t" l="l"/>
              <a:pathLst>
                <a:path h="259509" w="1524174">
                  <a:moveTo>
                    <a:pt x="0" y="0"/>
                  </a:moveTo>
                  <a:lnTo>
                    <a:pt x="1524174" y="0"/>
                  </a:lnTo>
                  <a:lnTo>
                    <a:pt x="1524174" y="259509"/>
                  </a:lnTo>
                  <a:lnTo>
                    <a:pt x="0" y="259509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0"/>
              <a:ext cx="1524174" cy="2595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21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4573335" y="594336"/>
            <a:ext cx="1660574" cy="1660574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AD0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anchor="ctr" rtlCol="false" tIns="22884" lIns="22884" bIns="22884" rIns="22884"/>
            <a:lstStyle/>
            <a:p>
              <a:pPr algn="ctr">
                <a:lnSpc>
                  <a:spcPts val="2321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728958" y="2998611"/>
            <a:ext cx="14505848" cy="3563117"/>
            <a:chOff x="0" y="0"/>
            <a:chExt cx="3280725" cy="80585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280725" cy="805855"/>
            </a:xfrm>
            <a:custGeom>
              <a:avLst/>
              <a:gdLst/>
              <a:ahLst/>
              <a:cxnLst/>
              <a:rect r="r" b="b" t="t" l="l"/>
              <a:pathLst>
                <a:path h="805855" w="3280725">
                  <a:moveTo>
                    <a:pt x="27219" y="0"/>
                  </a:moveTo>
                  <a:lnTo>
                    <a:pt x="3253506" y="0"/>
                  </a:lnTo>
                  <a:cubicBezTo>
                    <a:pt x="3268538" y="0"/>
                    <a:pt x="3280725" y="12186"/>
                    <a:pt x="3280725" y="27219"/>
                  </a:cubicBezTo>
                  <a:lnTo>
                    <a:pt x="3280725" y="778636"/>
                  </a:lnTo>
                  <a:cubicBezTo>
                    <a:pt x="3280725" y="793668"/>
                    <a:pt x="3268538" y="805855"/>
                    <a:pt x="3253506" y="805855"/>
                  </a:cubicBezTo>
                  <a:lnTo>
                    <a:pt x="27219" y="805855"/>
                  </a:lnTo>
                  <a:cubicBezTo>
                    <a:pt x="12186" y="805855"/>
                    <a:pt x="0" y="793668"/>
                    <a:pt x="0" y="778636"/>
                  </a:cubicBezTo>
                  <a:lnTo>
                    <a:pt x="0" y="27219"/>
                  </a:lnTo>
                  <a:cubicBezTo>
                    <a:pt x="0" y="12186"/>
                    <a:pt x="12186" y="0"/>
                    <a:pt x="27219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0"/>
              <a:ext cx="3280725" cy="8058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21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4883039" y="739644"/>
            <a:ext cx="1041167" cy="1369957"/>
          </a:xfrm>
          <a:custGeom>
            <a:avLst/>
            <a:gdLst/>
            <a:ahLst/>
            <a:cxnLst/>
            <a:rect r="r" b="b" t="t" l="l"/>
            <a:pathLst>
              <a:path h="1369957" w="1041167">
                <a:moveTo>
                  <a:pt x="0" y="0"/>
                </a:moveTo>
                <a:lnTo>
                  <a:pt x="1041167" y="0"/>
                </a:lnTo>
                <a:lnTo>
                  <a:pt x="1041167" y="1369957"/>
                </a:lnTo>
                <a:lnTo>
                  <a:pt x="0" y="136995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730516" y="836710"/>
            <a:ext cx="2792164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279"/>
              </a:lnSpc>
              <a:spcBef>
                <a:spcPct val="0"/>
              </a:spcBef>
            </a:pPr>
            <a:r>
              <a:rPr lang="en-US" b="true" sz="5199">
                <a:solidFill>
                  <a:srgbClr val="122A4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Solución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182313" y="3665966"/>
            <a:ext cx="13923373" cy="21617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99"/>
              </a:lnSpc>
            </a:pPr>
            <a:r>
              <a:rPr lang="en-US" sz="4142" b="true">
                <a:solidFill>
                  <a:srgbClr val="122A4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Desarrollar una plataforma que permita digitalizar el flujo de documentación y votaciones que se generan en las comisiones del CORE VALPARAÍSO.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4222538" y="8378823"/>
            <a:ext cx="3766297" cy="1267018"/>
            <a:chOff x="0" y="0"/>
            <a:chExt cx="5021730" cy="1689357"/>
          </a:xfrm>
        </p:grpSpPr>
        <p:grpSp>
          <p:nvGrpSpPr>
            <p:cNvPr name="Group 16" id="16"/>
            <p:cNvGrpSpPr/>
            <p:nvPr/>
          </p:nvGrpSpPr>
          <p:grpSpPr>
            <a:xfrm rot="0">
              <a:off x="0" y="0"/>
              <a:ext cx="5021730" cy="1689357"/>
              <a:chOff x="0" y="0"/>
              <a:chExt cx="851807" cy="286556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851807" cy="286556"/>
              </a:xfrm>
              <a:custGeom>
                <a:avLst/>
                <a:gdLst/>
                <a:ahLst/>
                <a:cxnLst/>
                <a:rect r="r" b="b" t="t" l="l"/>
                <a:pathLst>
                  <a:path h="286556" w="851807">
                    <a:moveTo>
                      <a:pt x="104835" y="0"/>
                    </a:moveTo>
                    <a:lnTo>
                      <a:pt x="746973" y="0"/>
                    </a:lnTo>
                    <a:cubicBezTo>
                      <a:pt x="774776" y="0"/>
                      <a:pt x="801442" y="11045"/>
                      <a:pt x="821102" y="30705"/>
                    </a:cubicBezTo>
                    <a:cubicBezTo>
                      <a:pt x="840762" y="50366"/>
                      <a:pt x="851807" y="77031"/>
                      <a:pt x="851807" y="104835"/>
                    </a:cubicBezTo>
                    <a:lnTo>
                      <a:pt x="851807" y="181721"/>
                    </a:lnTo>
                    <a:cubicBezTo>
                      <a:pt x="851807" y="209525"/>
                      <a:pt x="840762" y="236190"/>
                      <a:pt x="821102" y="255851"/>
                    </a:cubicBezTo>
                    <a:cubicBezTo>
                      <a:pt x="801442" y="275511"/>
                      <a:pt x="774776" y="286556"/>
                      <a:pt x="746973" y="286556"/>
                    </a:cubicBezTo>
                    <a:lnTo>
                      <a:pt x="104835" y="286556"/>
                    </a:lnTo>
                    <a:cubicBezTo>
                      <a:pt x="77031" y="286556"/>
                      <a:pt x="50366" y="275511"/>
                      <a:pt x="30705" y="255851"/>
                    </a:cubicBezTo>
                    <a:cubicBezTo>
                      <a:pt x="11045" y="236190"/>
                      <a:pt x="0" y="209525"/>
                      <a:pt x="0" y="181721"/>
                    </a:cubicBezTo>
                    <a:lnTo>
                      <a:pt x="0" y="104835"/>
                    </a:lnTo>
                    <a:cubicBezTo>
                      <a:pt x="0" y="77031"/>
                      <a:pt x="11045" y="50366"/>
                      <a:pt x="30705" y="30705"/>
                    </a:cubicBezTo>
                    <a:cubicBezTo>
                      <a:pt x="50366" y="11045"/>
                      <a:pt x="77031" y="0"/>
                      <a:pt x="104835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0"/>
                <a:ext cx="851807" cy="28655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321"/>
                  </a:lnSpc>
                </a:pPr>
              </a:p>
            </p:txBody>
          </p:sp>
        </p:grpSp>
        <p:sp>
          <p:nvSpPr>
            <p:cNvPr name="Freeform 19" id="19"/>
            <p:cNvSpPr/>
            <p:nvPr/>
          </p:nvSpPr>
          <p:spPr>
            <a:xfrm flipH="false" flipV="false" rot="0">
              <a:off x="0" y="110619"/>
              <a:ext cx="5021730" cy="1578738"/>
            </a:xfrm>
            <a:custGeom>
              <a:avLst/>
              <a:gdLst/>
              <a:ahLst/>
              <a:cxnLst/>
              <a:rect r="r" b="b" t="t" l="l"/>
              <a:pathLst>
                <a:path h="1578738" w="5021730">
                  <a:moveTo>
                    <a:pt x="0" y="0"/>
                  </a:moveTo>
                  <a:lnTo>
                    <a:pt x="5021730" y="0"/>
                  </a:lnTo>
                  <a:lnTo>
                    <a:pt x="5021730" y="1578738"/>
                  </a:lnTo>
                  <a:lnTo>
                    <a:pt x="0" y="15787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3522681" y="7447553"/>
            <a:ext cx="9859430" cy="2198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1"/>
              </a:lnSpc>
              <a:spcBef>
                <a:spcPct val="0"/>
              </a:spcBef>
            </a:pPr>
            <a:r>
              <a:rPr lang="en-US" b="true" sz="2967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Esta solución ayuda a dar cumplimiento a la Ley N° 21.180 de Transformación Digital del Estado (2019), que establece que todos los procedimientos administrativos deberán ser electrónicos al año 2026 .</a:t>
            </a:r>
          </a:p>
        </p:txBody>
      </p:sp>
    </p:spTree>
  </p:cSld>
  <p:clrMapOvr>
    <a:masterClrMapping/>
  </p:clrMapOvr>
  <p:transition spd="slow">
    <p:fade/>
  </p:transition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22A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88250" y="536038"/>
            <a:ext cx="5787097" cy="985325"/>
            <a:chOff x="0" y="0"/>
            <a:chExt cx="1524174" cy="25950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24174" cy="259509"/>
            </a:xfrm>
            <a:custGeom>
              <a:avLst/>
              <a:gdLst/>
              <a:ahLst/>
              <a:cxnLst/>
              <a:rect r="r" b="b" t="t" l="l"/>
              <a:pathLst>
                <a:path h="259509" w="1524174">
                  <a:moveTo>
                    <a:pt x="0" y="0"/>
                  </a:moveTo>
                  <a:lnTo>
                    <a:pt x="1524174" y="0"/>
                  </a:lnTo>
                  <a:lnTo>
                    <a:pt x="1524174" y="259509"/>
                  </a:lnTo>
                  <a:lnTo>
                    <a:pt x="0" y="259509"/>
                  </a:lnTo>
                  <a:close/>
                </a:path>
              </a:pathLst>
            </a:custGeom>
            <a:solidFill>
              <a:srgbClr val="F4F8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1524174" cy="2595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21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-1910699">
            <a:off x="2842672" y="4160999"/>
            <a:ext cx="17432375" cy="5611402"/>
          </a:xfrm>
          <a:custGeom>
            <a:avLst/>
            <a:gdLst/>
            <a:ahLst/>
            <a:cxnLst/>
            <a:rect r="r" b="b" t="t" l="l"/>
            <a:pathLst>
              <a:path h="5611402" w="17432375">
                <a:moveTo>
                  <a:pt x="0" y="0"/>
                </a:moveTo>
                <a:lnTo>
                  <a:pt x="17432375" y="0"/>
                </a:lnTo>
                <a:lnTo>
                  <a:pt x="17432375" y="5611402"/>
                </a:lnTo>
                <a:lnTo>
                  <a:pt x="0" y="56114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4535334" y="265187"/>
            <a:ext cx="1527026" cy="1527026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AD0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21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4755782" y="536038"/>
            <a:ext cx="1086129" cy="938144"/>
          </a:xfrm>
          <a:custGeom>
            <a:avLst/>
            <a:gdLst/>
            <a:ahLst/>
            <a:cxnLst/>
            <a:rect r="r" b="b" t="t" l="l"/>
            <a:pathLst>
              <a:path h="938144" w="1086129">
                <a:moveTo>
                  <a:pt x="0" y="0"/>
                </a:moveTo>
                <a:lnTo>
                  <a:pt x="1086130" y="0"/>
                </a:lnTo>
                <a:lnTo>
                  <a:pt x="1086130" y="938144"/>
                </a:lnTo>
                <a:lnTo>
                  <a:pt x="0" y="93814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181877" y="3224500"/>
            <a:ext cx="4219927" cy="3742199"/>
          </a:xfrm>
          <a:custGeom>
            <a:avLst/>
            <a:gdLst/>
            <a:ahLst/>
            <a:cxnLst/>
            <a:rect r="r" b="b" t="t" l="l"/>
            <a:pathLst>
              <a:path h="3742199" w="4219927">
                <a:moveTo>
                  <a:pt x="0" y="0"/>
                </a:moveTo>
                <a:lnTo>
                  <a:pt x="4219926" y="0"/>
                </a:lnTo>
                <a:lnTo>
                  <a:pt x="4219926" y="3742200"/>
                </a:lnTo>
                <a:lnTo>
                  <a:pt x="0" y="37422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12765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6810048" y="1028700"/>
            <a:ext cx="10449252" cy="8450832"/>
          </a:xfrm>
          <a:custGeom>
            <a:avLst/>
            <a:gdLst/>
            <a:ahLst/>
            <a:cxnLst/>
            <a:rect r="r" b="b" t="t" l="l"/>
            <a:pathLst>
              <a:path h="8450832" w="10449252">
                <a:moveTo>
                  <a:pt x="0" y="0"/>
                </a:moveTo>
                <a:lnTo>
                  <a:pt x="10449252" y="0"/>
                </a:lnTo>
                <a:lnTo>
                  <a:pt x="10449252" y="8450832"/>
                </a:lnTo>
                <a:lnTo>
                  <a:pt x="0" y="845083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040552" y="544513"/>
            <a:ext cx="2497634" cy="863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000"/>
              </a:lnSpc>
              <a:spcBef>
                <a:spcPct val="0"/>
              </a:spcBef>
            </a:pPr>
            <a:r>
              <a:rPr lang="en-US" b="true" sz="5000">
                <a:solidFill>
                  <a:srgbClr val="122A4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Kick Off</a:t>
            </a:r>
          </a:p>
        </p:txBody>
      </p:sp>
    </p:spTree>
  </p:cSld>
  <p:clrMapOvr>
    <a:masterClrMapping/>
  </p:clrMapOvr>
  <p:transition spd="slow">
    <p:fade/>
  </p:transition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22A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97775" y="441767"/>
            <a:ext cx="5787097" cy="985325"/>
            <a:chOff x="0" y="0"/>
            <a:chExt cx="1524174" cy="25950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24174" cy="259509"/>
            </a:xfrm>
            <a:custGeom>
              <a:avLst/>
              <a:gdLst/>
              <a:ahLst/>
              <a:cxnLst/>
              <a:rect r="r" b="b" t="t" l="l"/>
              <a:pathLst>
                <a:path h="259509" w="1524174">
                  <a:moveTo>
                    <a:pt x="0" y="0"/>
                  </a:moveTo>
                  <a:lnTo>
                    <a:pt x="1524174" y="0"/>
                  </a:lnTo>
                  <a:lnTo>
                    <a:pt x="1524174" y="259509"/>
                  </a:lnTo>
                  <a:lnTo>
                    <a:pt x="0" y="259509"/>
                  </a:lnTo>
                  <a:close/>
                </a:path>
              </a:pathLst>
            </a:custGeom>
            <a:solidFill>
              <a:srgbClr val="F4F8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1524174" cy="2595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21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-2355953">
            <a:off x="7003660" y="5687264"/>
            <a:ext cx="13568203" cy="4367543"/>
          </a:xfrm>
          <a:custGeom>
            <a:avLst/>
            <a:gdLst/>
            <a:ahLst/>
            <a:cxnLst/>
            <a:rect r="r" b="b" t="t" l="l"/>
            <a:pathLst>
              <a:path h="4367543" w="13568203">
                <a:moveTo>
                  <a:pt x="0" y="0"/>
                </a:moveTo>
                <a:lnTo>
                  <a:pt x="13568204" y="0"/>
                </a:lnTo>
                <a:lnTo>
                  <a:pt x="13568204" y="4367542"/>
                </a:lnTo>
                <a:lnTo>
                  <a:pt x="0" y="43675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9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4525809" y="170917"/>
            <a:ext cx="1527026" cy="1527026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AD0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21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4893998" y="353500"/>
            <a:ext cx="791517" cy="1161860"/>
          </a:xfrm>
          <a:custGeom>
            <a:avLst/>
            <a:gdLst/>
            <a:ahLst/>
            <a:cxnLst/>
            <a:rect r="r" b="b" t="t" l="l"/>
            <a:pathLst>
              <a:path h="1161860" w="791517">
                <a:moveTo>
                  <a:pt x="0" y="0"/>
                </a:moveTo>
                <a:lnTo>
                  <a:pt x="791517" y="0"/>
                </a:lnTo>
                <a:lnTo>
                  <a:pt x="791517" y="1161860"/>
                </a:lnTo>
                <a:lnTo>
                  <a:pt x="0" y="116186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1283080" y="1886528"/>
            <a:ext cx="15509076" cy="7671572"/>
            <a:chOff x="0" y="0"/>
            <a:chExt cx="3507620" cy="173504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507620" cy="1735046"/>
            </a:xfrm>
            <a:custGeom>
              <a:avLst/>
              <a:gdLst/>
              <a:ahLst/>
              <a:cxnLst/>
              <a:rect r="r" b="b" t="t" l="l"/>
              <a:pathLst>
                <a:path h="1735046" w="3507620">
                  <a:moveTo>
                    <a:pt x="25459" y="0"/>
                  </a:moveTo>
                  <a:lnTo>
                    <a:pt x="3482162" y="0"/>
                  </a:lnTo>
                  <a:cubicBezTo>
                    <a:pt x="3496222" y="0"/>
                    <a:pt x="3507620" y="11398"/>
                    <a:pt x="3507620" y="25459"/>
                  </a:cubicBezTo>
                  <a:lnTo>
                    <a:pt x="3507620" y="1709588"/>
                  </a:lnTo>
                  <a:cubicBezTo>
                    <a:pt x="3507620" y="1723648"/>
                    <a:pt x="3496222" y="1735046"/>
                    <a:pt x="3482162" y="1735046"/>
                  </a:cubicBezTo>
                  <a:lnTo>
                    <a:pt x="25459" y="1735046"/>
                  </a:lnTo>
                  <a:cubicBezTo>
                    <a:pt x="11398" y="1735046"/>
                    <a:pt x="0" y="1723648"/>
                    <a:pt x="0" y="1709588"/>
                  </a:cubicBezTo>
                  <a:lnTo>
                    <a:pt x="0" y="25459"/>
                  </a:lnTo>
                  <a:cubicBezTo>
                    <a:pt x="0" y="11398"/>
                    <a:pt x="11398" y="0"/>
                    <a:pt x="25459" y="0"/>
                  </a:cubicBezTo>
                  <a:close/>
                </a:path>
              </a:pathLst>
            </a:custGeom>
            <a:solidFill>
              <a:srgbClr val="F6F4F1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0"/>
              <a:ext cx="3507620" cy="17350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03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739241" y="4257573"/>
            <a:ext cx="3154757" cy="4218798"/>
            <a:chOff x="0" y="0"/>
            <a:chExt cx="713498" cy="954147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13498" cy="954147"/>
            </a:xfrm>
            <a:custGeom>
              <a:avLst/>
              <a:gdLst/>
              <a:ahLst/>
              <a:cxnLst/>
              <a:rect r="r" b="b" t="t" l="l"/>
              <a:pathLst>
                <a:path h="954147" w="713498">
                  <a:moveTo>
                    <a:pt x="125156" y="0"/>
                  </a:moveTo>
                  <a:lnTo>
                    <a:pt x="588341" y="0"/>
                  </a:lnTo>
                  <a:cubicBezTo>
                    <a:pt x="621535" y="0"/>
                    <a:pt x="653369" y="13186"/>
                    <a:pt x="676840" y="36657"/>
                  </a:cubicBezTo>
                  <a:cubicBezTo>
                    <a:pt x="700312" y="60129"/>
                    <a:pt x="713498" y="91963"/>
                    <a:pt x="713498" y="125156"/>
                  </a:cubicBezTo>
                  <a:lnTo>
                    <a:pt x="713498" y="828991"/>
                  </a:lnTo>
                  <a:cubicBezTo>
                    <a:pt x="713498" y="898113"/>
                    <a:pt x="657463" y="954147"/>
                    <a:pt x="588341" y="954147"/>
                  </a:cubicBezTo>
                  <a:lnTo>
                    <a:pt x="125156" y="954147"/>
                  </a:lnTo>
                  <a:cubicBezTo>
                    <a:pt x="56034" y="954147"/>
                    <a:pt x="0" y="898113"/>
                    <a:pt x="0" y="828991"/>
                  </a:cubicBezTo>
                  <a:lnTo>
                    <a:pt x="0" y="125156"/>
                  </a:lnTo>
                  <a:cubicBezTo>
                    <a:pt x="0" y="56034"/>
                    <a:pt x="56034" y="0"/>
                    <a:pt x="125156" y="0"/>
                  </a:cubicBezTo>
                  <a:close/>
                </a:path>
              </a:pathLst>
            </a:custGeom>
            <a:solidFill>
              <a:srgbClr val="FFFFFF">
                <a:alpha val="92941"/>
              </a:srgbClr>
            </a:solidFill>
            <a:ln w="38100" cap="rnd">
              <a:solidFill>
                <a:srgbClr val="000000">
                  <a:alpha val="92941"/>
                </a:srgbClr>
              </a:solidFill>
              <a:prstDash val="solid"/>
              <a:round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0"/>
              <a:ext cx="713498" cy="9541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21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5082307" y="2604703"/>
            <a:ext cx="7514768" cy="5871669"/>
            <a:chOff x="0" y="0"/>
            <a:chExt cx="1699583" cy="132797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699582" cy="1327970"/>
            </a:xfrm>
            <a:custGeom>
              <a:avLst/>
              <a:gdLst/>
              <a:ahLst/>
              <a:cxnLst/>
              <a:rect r="r" b="b" t="t" l="l"/>
              <a:pathLst>
                <a:path h="1327970" w="1699582">
                  <a:moveTo>
                    <a:pt x="52542" y="0"/>
                  </a:moveTo>
                  <a:lnTo>
                    <a:pt x="1647041" y="0"/>
                  </a:lnTo>
                  <a:cubicBezTo>
                    <a:pt x="1660976" y="0"/>
                    <a:pt x="1674340" y="5536"/>
                    <a:pt x="1684194" y="15389"/>
                  </a:cubicBezTo>
                  <a:cubicBezTo>
                    <a:pt x="1694047" y="25243"/>
                    <a:pt x="1699582" y="38607"/>
                    <a:pt x="1699582" y="52542"/>
                  </a:cubicBezTo>
                  <a:lnTo>
                    <a:pt x="1699582" y="1275428"/>
                  </a:lnTo>
                  <a:cubicBezTo>
                    <a:pt x="1699582" y="1289363"/>
                    <a:pt x="1694047" y="1302727"/>
                    <a:pt x="1684194" y="1312581"/>
                  </a:cubicBezTo>
                  <a:cubicBezTo>
                    <a:pt x="1674340" y="1322434"/>
                    <a:pt x="1660976" y="1327970"/>
                    <a:pt x="1647041" y="1327970"/>
                  </a:cubicBezTo>
                  <a:lnTo>
                    <a:pt x="52542" y="1327970"/>
                  </a:lnTo>
                  <a:cubicBezTo>
                    <a:pt x="23524" y="1327970"/>
                    <a:pt x="0" y="1304446"/>
                    <a:pt x="0" y="1275428"/>
                  </a:cubicBezTo>
                  <a:lnTo>
                    <a:pt x="0" y="52542"/>
                  </a:lnTo>
                  <a:cubicBezTo>
                    <a:pt x="0" y="38607"/>
                    <a:pt x="5536" y="25243"/>
                    <a:pt x="15389" y="15389"/>
                  </a:cubicBezTo>
                  <a:cubicBezTo>
                    <a:pt x="25243" y="5536"/>
                    <a:pt x="38607" y="0"/>
                    <a:pt x="52542" y="0"/>
                  </a:cubicBezTo>
                  <a:close/>
                </a:path>
              </a:pathLst>
            </a:custGeom>
            <a:solidFill>
              <a:srgbClr val="FADDB5">
                <a:alpha val="92941"/>
              </a:srgbClr>
            </a:solidFill>
            <a:ln w="38100" cap="rnd">
              <a:solidFill>
                <a:srgbClr val="000000">
                  <a:alpha val="92941"/>
                </a:srgbClr>
              </a:solidFill>
              <a:prstDash val="solid"/>
              <a:round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0"/>
              <a:ext cx="1699583" cy="13279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21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4364944" y="3524417"/>
            <a:ext cx="1799382" cy="3769648"/>
            <a:chOff x="0" y="0"/>
            <a:chExt cx="633885" cy="132797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33885" cy="1327970"/>
            </a:xfrm>
            <a:custGeom>
              <a:avLst/>
              <a:gdLst/>
              <a:ahLst/>
              <a:cxnLst/>
              <a:rect r="r" b="b" t="t" l="l"/>
              <a:pathLst>
                <a:path h="1327970" w="633885">
                  <a:moveTo>
                    <a:pt x="219430" y="0"/>
                  </a:moveTo>
                  <a:lnTo>
                    <a:pt x="414456" y="0"/>
                  </a:lnTo>
                  <a:cubicBezTo>
                    <a:pt x="472652" y="0"/>
                    <a:pt x="528465" y="23118"/>
                    <a:pt x="569616" y="64269"/>
                  </a:cubicBezTo>
                  <a:cubicBezTo>
                    <a:pt x="610767" y="105421"/>
                    <a:pt x="633885" y="161233"/>
                    <a:pt x="633885" y="219430"/>
                  </a:cubicBezTo>
                  <a:lnTo>
                    <a:pt x="633885" y="1108540"/>
                  </a:lnTo>
                  <a:cubicBezTo>
                    <a:pt x="633885" y="1166736"/>
                    <a:pt x="610767" y="1222549"/>
                    <a:pt x="569616" y="1263700"/>
                  </a:cubicBezTo>
                  <a:cubicBezTo>
                    <a:pt x="528465" y="1304851"/>
                    <a:pt x="472652" y="1327970"/>
                    <a:pt x="414456" y="1327970"/>
                  </a:cubicBezTo>
                  <a:lnTo>
                    <a:pt x="219430" y="1327970"/>
                  </a:lnTo>
                  <a:cubicBezTo>
                    <a:pt x="161233" y="1327970"/>
                    <a:pt x="105421" y="1304851"/>
                    <a:pt x="64269" y="1263700"/>
                  </a:cubicBezTo>
                  <a:cubicBezTo>
                    <a:pt x="23118" y="1222549"/>
                    <a:pt x="0" y="1166736"/>
                    <a:pt x="0" y="1108540"/>
                  </a:cubicBezTo>
                  <a:lnTo>
                    <a:pt x="0" y="219430"/>
                  </a:lnTo>
                  <a:cubicBezTo>
                    <a:pt x="0" y="161233"/>
                    <a:pt x="23118" y="105421"/>
                    <a:pt x="64269" y="64269"/>
                  </a:cubicBezTo>
                  <a:cubicBezTo>
                    <a:pt x="105421" y="23118"/>
                    <a:pt x="161233" y="0"/>
                    <a:pt x="219430" y="0"/>
                  </a:cubicBezTo>
                  <a:close/>
                </a:path>
              </a:pathLst>
            </a:custGeom>
            <a:solidFill>
              <a:srgbClr val="E7E9FA">
                <a:alpha val="92941"/>
              </a:srgbClr>
            </a:solidFill>
            <a:ln w="38100" cap="rnd">
              <a:solidFill>
                <a:srgbClr val="000000">
                  <a:alpha val="92941"/>
                </a:srgbClr>
              </a:solidFill>
              <a:prstDash val="solid"/>
              <a:round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0"/>
              <a:ext cx="633885" cy="13279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21"/>
                </a:lnSpc>
              </a:pPr>
            </a:p>
          </p:txBody>
        </p:sp>
      </p:grpSp>
      <p:sp>
        <p:nvSpPr>
          <p:cNvPr name="Freeform 22" id="22"/>
          <p:cNvSpPr/>
          <p:nvPr/>
        </p:nvSpPr>
        <p:spPr>
          <a:xfrm flipH="false" flipV="false" rot="0">
            <a:off x="2353753" y="5261442"/>
            <a:ext cx="1731551" cy="1913143"/>
          </a:xfrm>
          <a:custGeom>
            <a:avLst/>
            <a:gdLst/>
            <a:ahLst/>
            <a:cxnLst/>
            <a:rect r="r" b="b" t="t" l="l"/>
            <a:pathLst>
              <a:path h="1913143" w="1731551">
                <a:moveTo>
                  <a:pt x="0" y="0"/>
                </a:moveTo>
                <a:lnTo>
                  <a:pt x="1731551" y="0"/>
                </a:lnTo>
                <a:lnTo>
                  <a:pt x="1731551" y="1913143"/>
                </a:lnTo>
                <a:lnTo>
                  <a:pt x="0" y="191314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7341" t="0" r="-3146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6026054" y="6924640"/>
            <a:ext cx="1772906" cy="915464"/>
          </a:xfrm>
          <a:custGeom>
            <a:avLst/>
            <a:gdLst/>
            <a:ahLst/>
            <a:cxnLst/>
            <a:rect r="r" b="b" t="t" l="l"/>
            <a:pathLst>
              <a:path h="915464" w="1772906">
                <a:moveTo>
                  <a:pt x="0" y="0"/>
                </a:moveTo>
                <a:lnTo>
                  <a:pt x="1772905" y="0"/>
                </a:lnTo>
                <a:lnTo>
                  <a:pt x="1772905" y="915464"/>
                </a:lnTo>
                <a:lnTo>
                  <a:pt x="0" y="91546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8173273" y="3321348"/>
            <a:ext cx="970727" cy="1119286"/>
          </a:xfrm>
          <a:custGeom>
            <a:avLst/>
            <a:gdLst/>
            <a:ahLst/>
            <a:cxnLst/>
            <a:rect r="r" b="b" t="t" l="l"/>
            <a:pathLst>
              <a:path h="1119286" w="970727">
                <a:moveTo>
                  <a:pt x="0" y="0"/>
                </a:moveTo>
                <a:lnTo>
                  <a:pt x="970727" y="0"/>
                </a:lnTo>
                <a:lnTo>
                  <a:pt x="970727" y="1119286"/>
                </a:lnTo>
                <a:lnTo>
                  <a:pt x="0" y="1119286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25" id="25"/>
          <p:cNvSpPr/>
          <p:nvPr/>
        </p:nvSpPr>
        <p:spPr>
          <a:xfrm flipV="true">
            <a:off x="6912507" y="4065565"/>
            <a:ext cx="1099967" cy="2589669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26" id="26"/>
          <p:cNvSpPr/>
          <p:nvPr/>
        </p:nvSpPr>
        <p:spPr>
          <a:xfrm flipV="true">
            <a:off x="4411509" y="3695731"/>
            <a:ext cx="3600965" cy="2455763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27" id="27"/>
          <p:cNvSpPr/>
          <p:nvPr/>
        </p:nvSpPr>
        <p:spPr>
          <a:xfrm>
            <a:off x="4411509" y="6303895"/>
            <a:ext cx="2251680" cy="351339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28" id="28"/>
          <p:cNvSpPr/>
          <p:nvPr/>
        </p:nvSpPr>
        <p:spPr>
          <a:xfrm flipV="true">
            <a:off x="8012474" y="6151495"/>
            <a:ext cx="827217" cy="102309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29" id="29"/>
          <p:cNvSpPr/>
          <p:nvPr/>
        </p:nvSpPr>
        <p:spPr>
          <a:xfrm>
            <a:off x="9246114" y="3900041"/>
            <a:ext cx="1520946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arrow" len="sm" w="med"/>
            <a:tailEnd type="arrow" len="sm" w="med"/>
          </a:ln>
        </p:spPr>
      </p:sp>
      <p:grpSp>
        <p:nvGrpSpPr>
          <p:cNvPr name="Group 30" id="30"/>
          <p:cNvGrpSpPr/>
          <p:nvPr/>
        </p:nvGrpSpPr>
        <p:grpSpPr>
          <a:xfrm rot="0">
            <a:off x="14811043" y="4444265"/>
            <a:ext cx="537264" cy="689905"/>
            <a:chOff x="0" y="0"/>
            <a:chExt cx="716351" cy="919873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716351" cy="919873"/>
            </a:xfrm>
            <a:custGeom>
              <a:avLst/>
              <a:gdLst/>
              <a:ahLst/>
              <a:cxnLst/>
              <a:rect r="r" b="b" t="t" l="l"/>
              <a:pathLst>
                <a:path h="919873" w="716351">
                  <a:moveTo>
                    <a:pt x="0" y="0"/>
                  </a:moveTo>
                  <a:lnTo>
                    <a:pt x="716351" y="0"/>
                  </a:lnTo>
                  <a:lnTo>
                    <a:pt x="716351" y="919873"/>
                  </a:lnTo>
                  <a:lnTo>
                    <a:pt x="0" y="9198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 rot="0">
              <a:off x="169400" y="105123"/>
              <a:ext cx="377552" cy="30079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1893"/>
                </a:lnSpc>
                <a:spcBef>
                  <a:spcPct val="0"/>
                </a:spcBef>
              </a:pPr>
              <a:r>
                <a:rPr lang="en-US" b="true" sz="1352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API</a:t>
              </a:r>
            </a:p>
          </p:txBody>
        </p:sp>
      </p:grpSp>
      <p:sp>
        <p:nvSpPr>
          <p:cNvPr name="Freeform 33" id="33"/>
          <p:cNvSpPr/>
          <p:nvPr/>
        </p:nvSpPr>
        <p:spPr>
          <a:xfrm flipH="false" flipV="false" rot="0">
            <a:off x="14741082" y="5480131"/>
            <a:ext cx="886842" cy="886842"/>
          </a:xfrm>
          <a:custGeom>
            <a:avLst/>
            <a:gdLst/>
            <a:ahLst/>
            <a:cxnLst/>
            <a:rect r="r" b="b" t="t" l="l"/>
            <a:pathLst>
              <a:path h="886842" w="886842">
                <a:moveTo>
                  <a:pt x="0" y="0"/>
                </a:moveTo>
                <a:lnTo>
                  <a:pt x="886842" y="0"/>
                </a:lnTo>
                <a:lnTo>
                  <a:pt x="886842" y="886841"/>
                </a:lnTo>
                <a:lnTo>
                  <a:pt x="0" y="886841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4" id="34"/>
          <p:cNvSpPr/>
          <p:nvPr/>
        </p:nvSpPr>
        <p:spPr>
          <a:xfrm flipH="false" flipV="false" rot="0">
            <a:off x="10803398" y="3367078"/>
            <a:ext cx="1590673" cy="1065925"/>
          </a:xfrm>
          <a:custGeom>
            <a:avLst/>
            <a:gdLst/>
            <a:ahLst/>
            <a:cxnLst/>
            <a:rect r="r" b="b" t="t" l="l"/>
            <a:pathLst>
              <a:path h="1065925" w="1590673">
                <a:moveTo>
                  <a:pt x="0" y="0"/>
                </a:moveTo>
                <a:lnTo>
                  <a:pt x="1590674" y="0"/>
                </a:lnTo>
                <a:lnTo>
                  <a:pt x="1590674" y="1065926"/>
                </a:lnTo>
                <a:lnTo>
                  <a:pt x="0" y="1065926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-14558" t="0" r="-15634" b="0"/>
            </a:stretch>
          </a:blipFill>
        </p:spPr>
      </p:sp>
      <p:grpSp>
        <p:nvGrpSpPr>
          <p:cNvPr name="Group 35" id="35"/>
          <p:cNvGrpSpPr/>
          <p:nvPr/>
        </p:nvGrpSpPr>
        <p:grpSpPr>
          <a:xfrm rot="0">
            <a:off x="10429837" y="7422867"/>
            <a:ext cx="1895713" cy="798984"/>
            <a:chOff x="0" y="0"/>
            <a:chExt cx="2527617" cy="1065311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2527617" cy="777242"/>
            </a:xfrm>
            <a:custGeom>
              <a:avLst/>
              <a:gdLst/>
              <a:ahLst/>
              <a:cxnLst/>
              <a:rect r="r" b="b" t="t" l="l"/>
              <a:pathLst>
                <a:path h="777242" w="2527617">
                  <a:moveTo>
                    <a:pt x="0" y="0"/>
                  </a:moveTo>
                  <a:lnTo>
                    <a:pt x="2527617" y="0"/>
                  </a:lnTo>
                  <a:lnTo>
                    <a:pt x="2527617" y="777242"/>
                  </a:lnTo>
                  <a:lnTo>
                    <a:pt x="0" y="7772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>
                <a:fillRect l="0" t="0" r="0" b="0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 rot="0">
              <a:off x="1002458" y="764784"/>
              <a:ext cx="612992" cy="30052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1809"/>
                </a:lnSpc>
                <a:spcBef>
                  <a:spcPct val="0"/>
                </a:spcBef>
              </a:pPr>
              <a:r>
                <a:rPr lang="en-US" b="true" sz="1292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VISTA</a:t>
              </a:r>
            </a:p>
          </p:txBody>
        </p:sp>
      </p:grpSp>
      <p:sp>
        <p:nvSpPr>
          <p:cNvPr name="AutoShape 38" id="38"/>
          <p:cNvSpPr/>
          <p:nvPr/>
        </p:nvSpPr>
        <p:spPr>
          <a:xfrm flipV="true">
            <a:off x="7110835" y="5143500"/>
            <a:ext cx="7130413" cy="1511734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39" id="39"/>
          <p:cNvSpPr/>
          <p:nvPr/>
        </p:nvSpPr>
        <p:spPr>
          <a:xfrm>
            <a:off x="8012474" y="7534772"/>
            <a:ext cx="2247753" cy="25375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40" id="40"/>
          <p:cNvGrpSpPr/>
          <p:nvPr/>
        </p:nvGrpSpPr>
        <p:grpSpPr>
          <a:xfrm rot="0">
            <a:off x="8969370" y="5389293"/>
            <a:ext cx="3226501" cy="897798"/>
            <a:chOff x="0" y="0"/>
            <a:chExt cx="4302002" cy="1197064"/>
          </a:xfrm>
        </p:grpSpPr>
        <p:grpSp>
          <p:nvGrpSpPr>
            <p:cNvPr name="Group 41" id="41"/>
            <p:cNvGrpSpPr/>
            <p:nvPr/>
          </p:nvGrpSpPr>
          <p:grpSpPr>
            <a:xfrm rot="0">
              <a:off x="0" y="0"/>
              <a:ext cx="4302002" cy="1197064"/>
              <a:chOff x="0" y="0"/>
              <a:chExt cx="729724" cy="203051"/>
            </a:xfrm>
          </p:grpSpPr>
          <p:sp>
            <p:nvSpPr>
              <p:cNvPr name="Freeform 42" id="42"/>
              <p:cNvSpPr/>
              <p:nvPr/>
            </p:nvSpPr>
            <p:spPr>
              <a:xfrm flipH="false" flipV="false" rot="0">
                <a:off x="0" y="0"/>
                <a:ext cx="729724" cy="203051"/>
              </a:xfrm>
              <a:custGeom>
                <a:avLst/>
                <a:gdLst/>
                <a:ahLst/>
                <a:cxnLst/>
                <a:rect r="r" b="b" t="t" l="l"/>
                <a:pathLst>
                  <a:path h="203051" w="729724">
                    <a:moveTo>
                      <a:pt x="55188" y="0"/>
                    </a:moveTo>
                    <a:lnTo>
                      <a:pt x="674536" y="0"/>
                    </a:lnTo>
                    <a:cubicBezTo>
                      <a:pt x="705015" y="0"/>
                      <a:pt x="729724" y="24709"/>
                      <a:pt x="729724" y="55188"/>
                    </a:cubicBezTo>
                    <a:lnTo>
                      <a:pt x="729724" y="147863"/>
                    </a:lnTo>
                    <a:cubicBezTo>
                      <a:pt x="729724" y="162500"/>
                      <a:pt x="723909" y="176537"/>
                      <a:pt x="713560" y="186887"/>
                    </a:cubicBezTo>
                    <a:cubicBezTo>
                      <a:pt x="703210" y="197237"/>
                      <a:pt x="689173" y="203051"/>
                      <a:pt x="674536" y="203051"/>
                    </a:cubicBezTo>
                    <a:lnTo>
                      <a:pt x="55188" y="203051"/>
                    </a:lnTo>
                    <a:cubicBezTo>
                      <a:pt x="24709" y="203051"/>
                      <a:pt x="0" y="178343"/>
                      <a:pt x="0" y="147863"/>
                    </a:cubicBezTo>
                    <a:lnTo>
                      <a:pt x="0" y="55188"/>
                    </a:lnTo>
                    <a:cubicBezTo>
                      <a:pt x="0" y="24709"/>
                      <a:pt x="24709" y="0"/>
                      <a:pt x="55188" y="0"/>
                    </a:cubicBezTo>
                    <a:close/>
                  </a:path>
                </a:pathLst>
              </a:custGeom>
              <a:solidFill>
                <a:srgbClr val="FFCDBE">
                  <a:alpha val="92941"/>
                </a:srgbClr>
              </a:solidFill>
              <a:ln w="38100" cap="rnd">
                <a:solidFill>
                  <a:srgbClr val="000000">
                    <a:alpha val="92941"/>
                  </a:srgbClr>
                </a:solidFill>
                <a:prstDash val="solid"/>
                <a:round/>
              </a:ln>
            </p:spPr>
          </p:sp>
          <p:sp>
            <p:nvSpPr>
              <p:cNvPr name="TextBox 43" id="43"/>
              <p:cNvSpPr txBox="true"/>
              <p:nvPr/>
            </p:nvSpPr>
            <p:spPr>
              <a:xfrm>
                <a:off x="0" y="0"/>
                <a:ext cx="729724" cy="20305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321"/>
                  </a:lnSpc>
                </a:pPr>
              </a:p>
            </p:txBody>
          </p:sp>
        </p:grpSp>
        <p:sp>
          <p:nvSpPr>
            <p:cNvPr name="Freeform 44" id="44"/>
            <p:cNvSpPr/>
            <p:nvPr/>
          </p:nvSpPr>
          <p:spPr>
            <a:xfrm flipH="false" flipV="false" rot="0">
              <a:off x="152458" y="135093"/>
              <a:ext cx="850351" cy="850351"/>
            </a:xfrm>
            <a:custGeom>
              <a:avLst/>
              <a:gdLst/>
              <a:ahLst/>
              <a:cxnLst/>
              <a:rect r="r" b="b" t="t" l="l"/>
              <a:pathLst>
                <a:path h="850351" w="850351">
                  <a:moveTo>
                    <a:pt x="0" y="0"/>
                  </a:moveTo>
                  <a:lnTo>
                    <a:pt x="850351" y="0"/>
                  </a:lnTo>
                  <a:lnTo>
                    <a:pt x="850351" y="850351"/>
                  </a:lnTo>
                  <a:lnTo>
                    <a:pt x="0" y="8503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>
                <a:extLst>
                  <a:ext uri="{96DAC541-7B7A-43D3-8B79-37D633B846F1}">
                    <asvg:svgBlip xmlns:asvg="http://schemas.microsoft.com/office/drawing/2016/SVG/main" r:embed="rId18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 rot="0">
              <a:off x="1096776" y="177849"/>
              <a:ext cx="3051175" cy="7818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2458"/>
                </a:lnSpc>
              </a:pPr>
              <a:r>
                <a:rPr lang="en-US" b="true" sz="1756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API INTERNA DE </a:t>
              </a:r>
            </a:p>
            <a:p>
              <a:pPr algn="just" marL="0" indent="0" lvl="0">
                <a:lnSpc>
                  <a:spcPts val="2458"/>
                </a:lnSpc>
                <a:spcBef>
                  <a:spcPct val="0"/>
                </a:spcBef>
              </a:pPr>
              <a:r>
                <a:rPr lang="en-US" b="true" sz="1756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FIRMA ELECTRONICA</a:t>
              </a:r>
            </a:p>
          </p:txBody>
        </p:sp>
      </p:grpSp>
      <p:sp>
        <p:nvSpPr>
          <p:cNvPr name="AutoShape 46" id="46"/>
          <p:cNvSpPr/>
          <p:nvPr/>
        </p:nvSpPr>
        <p:spPr>
          <a:xfrm>
            <a:off x="12315292" y="5857242"/>
            <a:ext cx="1925956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Freeform 47" id="47"/>
          <p:cNvSpPr/>
          <p:nvPr/>
        </p:nvSpPr>
        <p:spPr>
          <a:xfrm flipH="false" flipV="false" rot="0">
            <a:off x="9246114" y="6744166"/>
            <a:ext cx="795081" cy="943496"/>
          </a:xfrm>
          <a:custGeom>
            <a:avLst/>
            <a:gdLst/>
            <a:ahLst/>
            <a:cxnLst/>
            <a:rect r="r" b="b" t="t" l="l"/>
            <a:pathLst>
              <a:path h="943496" w="795081">
                <a:moveTo>
                  <a:pt x="0" y="0"/>
                </a:moveTo>
                <a:lnTo>
                  <a:pt x="795081" y="0"/>
                </a:lnTo>
                <a:lnTo>
                  <a:pt x="795081" y="943496"/>
                </a:lnTo>
                <a:lnTo>
                  <a:pt x="0" y="943496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l="0" t="0" r="0" b="0"/>
            </a:stretch>
          </a:blipFill>
        </p:spPr>
      </p:sp>
      <p:sp>
        <p:nvSpPr>
          <p:cNvPr name="TextBox 48" id="48"/>
          <p:cNvSpPr txBox="true"/>
          <p:nvPr/>
        </p:nvSpPr>
        <p:spPr>
          <a:xfrm rot="0">
            <a:off x="2094651" y="4514202"/>
            <a:ext cx="2316858" cy="2983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15"/>
              </a:lnSpc>
            </a:pPr>
            <a:r>
              <a:rPr lang="en-US" b="true" sz="1796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SISTEMA OPERATIVO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8162637" y="4493196"/>
            <a:ext cx="981363" cy="2960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458"/>
              </a:lnSpc>
              <a:spcBef>
                <a:spcPct val="0"/>
              </a:spcBef>
            </a:pPr>
            <a:r>
              <a:rPr lang="en-US" b="true" sz="1756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MODELO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0745754" y="4493196"/>
            <a:ext cx="1705961" cy="2960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458"/>
              </a:lnSpc>
              <a:spcBef>
                <a:spcPct val="0"/>
              </a:spcBef>
            </a:pPr>
            <a:r>
              <a:rPr lang="en-US" b="true" sz="1756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BASE DE DATOS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166782" y="346517"/>
            <a:ext cx="4244727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279"/>
              </a:lnSpc>
              <a:spcBef>
                <a:spcPct val="0"/>
              </a:spcBef>
            </a:pPr>
            <a:r>
              <a:rPr lang="en-US" b="true" sz="5199">
                <a:solidFill>
                  <a:srgbClr val="122A4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Arquitectura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2094651" y="7246440"/>
            <a:ext cx="2249754" cy="3820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118"/>
              </a:lnSpc>
              <a:spcBef>
                <a:spcPct val="0"/>
              </a:spcBef>
            </a:pPr>
            <a:r>
              <a:rPr lang="en-US" b="true" sz="2227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Linux Debian 11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5501353" y="2847401"/>
            <a:ext cx="1527459" cy="2983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15"/>
              </a:lnSpc>
            </a:pPr>
            <a:r>
              <a:rPr lang="en-US" b="true" sz="1796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SISTEMA MVC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14656317" y="3731638"/>
            <a:ext cx="1216635" cy="3947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14"/>
              </a:lnSpc>
            </a:pPr>
            <a:r>
              <a:rPr lang="en-US" b="true" sz="1153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INTEGRACIONES </a:t>
            </a:r>
          </a:p>
          <a:p>
            <a:pPr algn="ctr">
              <a:lnSpc>
                <a:spcPts val="1614"/>
              </a:lnSpc>
            </a:pPr>
            <a:r>
              <a:rPr lang="en-US" b="true" sz="1153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EXTERNAS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5978552" y="7925829"/>
            <a:ext cx="1724661" cy="2960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458"/>
              </a:lnSpc>
              <a:spcBef>
                <a:spcPct val="0"/>
              </a:spcBef>
            </a:pPr>
            <a:r>
              <a:rPr lang="en-US" b="true" sz="1756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CONTROLADOR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14866477" y="6338397"/>
            <a:ext cx="535251" cy="219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753"/>
              </a:lnSpc>
              <a:spcBef>
                <a:spcPct val="0"/>
              </a:spcBef>
            </a:pPr>
            <a:r>
              <a:rPr lang="en-US" b="true" sz="1252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API QR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14807014" y="5124450"/>
            <a:ext cx="541292" cy="1469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175"/>
              </a:lnSpc>
              <a:spcBef>
                <a:spcPct val="0"/>
              </a:spcBef>
            </a:pPr>
            <a:r>
              <a:rPr lang="en-US" b="true" sz="83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API CLIMA</a:t>
            </a:r>
          </a:p>
        </p:txBody>
      </p:sp>
      <p:sp>
        <p:nvSpPr>
          <p:cNvPr name="AutoShape 58" id="58"/>
          <p:cNvSpPr/>
          <p:nvPr/>
        </p:nvSpPr>
        <p:spPr>
          <a:xfrm>
            <a:off x="8006392" y="7363322"/>
            <a:ext cx="1137608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</p:spTree>
  </p:cSld>
  <p:clrMapOvr>
    <a:masterClrMapping/>
  </p:clrMapOvr>
  <p:transition spd="slow">
    <p:fade/>
  </p:transition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97775" y="824375"/>
            <a:ext cx="5787097" cy="985325"/>
            <a:chOff x="0" y="0"/>
            <a:chExt cx="1524174" cy="25950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24174" cy="259509"/>
            </a:xfrm>
            <a:custGeom>
              <a:avLst/>
              <a:gdLst/>
              <a:ahLst/>
              <a:cxnLst/>
              <a:rect r="r" b="b" t="t" l="l"/>
              <a:pathLst>
                <a:path h="259509" w="1524174">
                  <a:moveTo>
                    <a:pt x="0" y="0"/>
                  </a:moveTo>
                  <a:lnTo>
                    <a:pt x="1524174" y="0"/>
                  </a:lnTo>
                  <a:lnTo>
                    <a:pt x="1524174" y="259509"/>
                  </a:lnTo>
                  <a:lnTo>
                    <a:pt x="0" y="259509"/>
                  </a:lnTo>
                  <a:close/>
                </a:path>
              </a:pathLst>
            </a:custGeom>
            <a:solidFill>
              <a:srgbClr val="122A4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1524174" cy="2595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21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-2355953">
            <a:off x="7003660" y="5687264"/>
            <a:ext cx="13568203" cy="4367543"/>
          </a:xfrm>
          <a:custGeom>
            <a:avLst/>
            <a:gdLst/>
            <a:ahLst/>
            <a:cxnLst/>
            <a:rect r="r" b="b" t="t" l="l"/>
            <a:pathLst>
              <a:path h="4367543" w="13568203">
                <a:moveTo>
                  <a:pt x="0" y="0"/>
                </a:moveTo>
                <a:lnTo>
                  <a:pt x="13568204" y="0"/>
                </a:lnTo>
                <a:lnTo>
                  <a:pt x="13568204" y="4367542"/>
                </a:lnTo>
                <a:lnTo>
                  <a:pt x="0" y="43675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7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4525809" y="553525"/>
            <a:ext cx="1527026" cy="1527026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AD0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21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4729070" y="756785"/>
            <a:ext cx="1120505" cy="1120505"/>
          </a:xfrm>
          <a:custGeom>
            <a:avLst/>
            <a:gdLst/>
            <a:ahLst/>
            <a:cxnLst/>
            <a:rect r="r" b="b" t="t" l="l"/>
            <a:pathLst>
              <a:path h="1120505" w="1120505">
                <a:moveTo>
                  <a:pt x="0" y="0"/>
                </a:moveTo>
                <a:lnTo>
                  <a:pt x="1120504" y="0"/>
                </a:lnTo>
                <a:lnTo>
                  <a:pt x="1120504" y="1120505"/>
                </a:lnTo>
                <a:lnTo>
                  <a:pt x="0" y="112050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3981483" y="1094572"/>
            <a:ext cx="9806279" cy="8163728"/>
          </a:xfrm>
          <a:custGeom>
            <a:avLst/>
            <a:gdLst/>
            <a:ahLst/>
            <a:cxnLst/>
            <a:rect r="r" b="b" t="t" l="l"/>
            <a:pathLst>
              <a:path h="8163728" w="9806279">
                <a:moveTo>
                  <a:pt x="0" y="0"/>
                </a:moveTo>
                <a:lnTo>
                  <a:pt x="9806279" y="0"/>
                </a:lnTo>
                <a:lnTo>
                  <a:pt x="9806279" y="8163728"/>
                </a:lnTo>
                <a:lnTo>
                  <a:pt x="0" y="816372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99390" y="825865"/>
            <a:ext cx="4119022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279"/>
              </a:lnSpc>
              <a:spcBef>
                <a:spcPct val="0"/>
              </a:spcBef>
            </a:pPr>
            <a:r>
              <a:rPr lang="en-US" b="true" sz="5199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Metodologia</a:t>
            </a:r>
          </a:p>
        </p:txBody>
      </p:sp>
    </p:spTree>
  </p:cSld>
  <p:clrMapOvr>
    <a:masterClrMapping/>
  </p:clrMapOvr>
  <p:transition spd="slow">
    <p:fade/>
  </p:transition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22A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627308">
            <a:off x="-6906184" y="-1872346"/>
            <a:ext cx="17016201" cy="6180151"/>
          </a:xfrm>
          <a:custGeom>
            <a:avLst/>
            <a:gdLst/>
            <a:ahLst/>
            <a:cxnLst/>
            <a:rect r="r" b="b" t="t" l="l"/>
            <a:pathLst>
              <a:path h="6180151" w="17016201">
                <a:moveTo>
                  <a:pt x="0" y="0"/>
                </a:moveTo>
                <a:lnTo>
                  <a:pt x="17016202" y="0"/>
                </a:lnTo>
                <a:lnTo>
                  <a:pt x="17016202" y="6180152"/>
                </a:lnTo>
                <a:lnTo>
                  <a:pt x="0" y="61801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7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627308">
            <a:off x="5573157" y="7333859"/>
            <a:ext cx="17016201" cy="6180151"/>
          </a:xfrm>
          <a:custGeom>
            <a:avLst/>
            <a:gdLst/>
            <a:ahLst/>
            <a:cxnLst/>
            <a:rect r="r" b="b" t="t" l="l"/>
            <a:pathLst>
              <a:path h="6180151" w="17016201">
                <a:moveTo>
                  <a:pt x="0" y="0"/>
                </a:moveTo>
                <a:lnTo>
                  <a:pt x="17016202" y="0"/>
                </a:lnTo>
                <a:lnTo>
                  <a:pt x="17016202" y="6180152"/>
                </a:lnTo>
                <a:lnTo>
                  <a:pt x="0" y="61801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7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-435664" y="697773"/>
            <a:ext cx="4988924" cy="921074"/>
            <a:chOff x="0" y="0"/>
            <a:chExt cx="1405611" cy="25950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405611" cy="259509"/>
            </a:xfrm>
            <a:custGeom>
              <a:avLst/>
              <a:gdLst/>
              <a:ahLst/>
              <a:cxnLst/>
              <a:rect r="r" b="b" t="t" l="l"/>
              <a:pathLst>
                <a:path h="259509" w="1405611">
                  <a:moveTo>
                    <a:pt x="0" y="0"/>
                  </a:moveTo>
                  <a:lnTo>
                    <a:pt x="1405611" y="0"/>
                  </a:lnTo>
                  <a:lnTo>
                    <a:pt x="1405611" y="259509"/>
                  </a:lnTo>
                  <a:lnTo>
                    <a:pt x="0" y="259509"/>
                  </a:lnTo>
                  <a:close/>
                </a:path>
              </a:pathLst>
            </a:custGeom>
            <a:solidFill>
              <a:srgbClr val="F4F8F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0"/>
              <a:ext cx="1405611" cy="259509"/>
            </a:xfrm>
            <a:prstGeom prst="rect">
              <a:avLst/>
            </a:prstGeom>
          </p:spPr>
          <p:txBody>
            <a:bodyPr anchor="ctr" rtlCol="false" tIns="47487" lIns="47487" bIns="47487" rIns="47487"/>
            <a:lstStyle/>
            <a:p>
              <a:pPr algn="ctr">
                <a:lnSpc>
                  <a:spcPts val="2321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3957749" y="276961"/>
            <a:ext cx="1762698" cy="1762698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AD00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anchor="ctr" rtlCol="false" tIns="47487" lIns="47487" bIns="47487" rIns="47487"/>
            <a:lstStyle/>
            <a:p>
              <a:pPr algn="ctr">
                <a:lnSpc>
                  <a:spcPts val="2321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632207" y="705415"/>
            <a:ext cx="2798631" cy="8204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751"/>
              </a:lnSpc>
              <a:spcBef>
                <a:spcPct val="0"/>
              </a:spcBef>
            </a:pPr>
            <a:r>
              <a:rPr lang="en-US" b="true" sz="4822">
                <a:solidFill>
                  <a:srgbClr val="122A4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Roles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4189658" y="411466"/>
            <a:ext cx="1262002" cy="1234468"/>
          </a:xfrm>
          <a:custGeom>
            <a:avLst/>
            <a:gdLst/>
            <a:ahLst/>
            <a:cxnLst/>
            <a:rect r="r" b="b" t="t" l="l"/>
            <a:pathLst>
              <a:path h="1234468" w="1262002">
                <a:moveTo>
                  <a:pt x="0" y="0"/>
                </a:moveTo>
                <a:lnTo>
                  <a:pt x="1262002" y="0"/>
                </a:lnTo>
                <a:lnTo>
                  <a:pt x="1262002" y="1234468"/>
                </a:lnTo>
                <a:lnTo>
                  <a:pt x="0" y="123446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2956560" y="6525399"/>
            <a:ext cx="5706351" cy="1317436"/>
            <a:chOff x="0" y="0"/>
            <a:chExt cx="1405611" cy="32451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405611" cy="324516"/>
            </a:xfrm>
            <a:custGeom>
              <a:avLst/>
              <a:gdLst/>
              <a:ahLst/>
              <a:cxnLst/>
              <a:rect r="r" b="b" t="t" l="l"/>
              <a:pathLst>
                <a:path h="324516" w="1405611">
                  <a:moveTo>
                    <a:pt x="27134" y="0"/>
                  </a:moveTo>
                  <a:lnTo>
                    <a:pt x="1378477" y="0"/>
                  </a:lnTo>
                  <a:cubicBezTo>
                    <a:pt x="1393463" y="0"/>
                    <a:pt x="1405611" y="12148"/>
                    <a:pt x="1405611" y="27134"/>
                  </a:cubicBezTo>
                  <a:lnTo>
                    <a:pt x="1405611" y="297382"/>
                  </a:lnTo>
                  <a:cubicBezTo>
                    <a:pt x="1405611" y="312368"/>
                    <a:pt x="1393463" y="324516"/>
                    <a:pt x="1378477" y="324516"/>
                  </a:cubicBezTo>
                  <a:lnTo>
                    <a:pt x="27134" y="324516"/>
                  </a:lnTo>
                  <a:cubicBezTo>
                    <a:pt x="12148" y="324516"/>
                    <a:pt x="0" y="312368"/>
                    <a:pt x="0" y="297382"/>
                  </a:cubicBezTo>
                  <a:lnTo>
                    <a:pt x="0" y="27134"/>
                  </a:lnTo>
                  <a:cubicBezTo>
                    <a:pt x="0" y="12148"/>
                    <a:pt x="12148" y="0"/>
                    <a:pt x="27134" y="0"/>
                  </a:cubicBezTo>
                  <a:close/>
                </a:path>
              </a:pathLst>
            </a:custGeom>
            <a:solidFill>
              <a:srgbClr val="F4F8FF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1405611" cy="324516"/>
            </a:xfrm>
            <a:prstGeom prst="rect">
              <a:avLst/>
            </a:prstGeom>
          </p:spPr>
          <p:txBody>
            <a:bodyPr anchor="ctr" rtlCol="false" tIns="47487" lIns="47487" bIns="47487" rIns="47487"/>
            <a:lstStyle/>
            <a:p>
              <a:pPr algn="ctr">
                <a:lnSpc>
                  <a:spcPts val="2321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280953" y="6142125"/>
            <a:ext cx="2016181" cy="2016181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AD00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anchor="ctr" rtlCol="false" tIns="47487" lIns="47487" bIns="47487" rIns="47487"/>
            <a:lstStyle/>
            <a:p>
              <a:pPr algn="ctr">
                <a:lnSpc>
                  <a:spcPts val="2321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2967455" y="3523861"/>
            <a:ext cx="5706351" cy="1393699"/>
            <a:chOff x="0" y="0"/>
            <a:chExt cx="1405611" cy="343302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405611" cy="343302"/>
            </a:xfrm>
            <a:custGeom>
              <a:avLst/>
              <a:gdLst/>
              <a:ahLst/>
              <a:cxnLst/>
              <a:rect r="r" b="b" t="t" l="l"/>
              <a:pathLst>
                <a:path h="343302" w="1405611">
                  <a:moveTo>
                    <a:pt x="27134" y="0"/>
                  </a:moveTo>
                  <a:lnTo>
                    <a:pt x="1378477" y="0"/>
                  </a:lnTo>
                  <a:cubicBezTo>
                    <a:pt x="1393463" y="0"/>
                    <a:pt x="1405611" y="12148"/>
                    <a:pt x="1405611" y="27134"/>
                  </a:cubicBezTo>
                  <a:lnTo>
                    <a:pt x="1405611" y="316167"/>
                  </a:lnTo>
                  <a:cubicBezTo>
                    <a:pt x="1405611" y="331153"/>
                    <a:pt x="1393463" y="343302"/>
                    <a:pt x="1378477" y="343302"/>
                  </a:cubicBezTo>
                  <a:lnTo>
                    <a:pt x="27134" y="343302"/>
                  </a:lnTo>
                  <a:cubicBezTo>
                    <a:pt x="12148" y="343302"/>
                    <a:pt x="0" y="331153"/>
                    <a:pt x="0" y="316167"/>
                  </a:cubicBezTo>
                  <a:lnTo>
                    <a:pt x="0" y="27134"/>
                  </a:lnTo>
                  <a:cubicBezTo>
                    <a:pt x="0" y="12148"/>
                    <a:pt x="12148" y="0"/>
                    <a:pt x="27134" y="0"/>
                  </a:cubicBezTo>
                  <a:close/>
                </a:path>
              </a:pathLst>
            </a:custGeom>
            <a:solidFill>
              <a:srgbClr val="F4F8FF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0"/>
              <a:ext cx="1405611" cy="343302"/>
            </a:xfrm>
            <a:prstGeom prst="rect">
              <a:avLst/>
            </a:prstGeom>
          </p:spPr>
          <p:txBody>
            <a:bodyPr anchor="ctr" rtlCol="false" tIns="47487" lIns="47487" bIns="47487" rIns="47487"/>
            <a:lstStyle/>
            <a:p>
              <a:pPr algn="ctr">
                <a:lnSpc>
                  <a:spcPts val="2321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280953" y="3212620"/>
            <a:ext cx="2016181" cy="2016181"/>
            <a:chOff x="0" y="0"/>
            <a:chExt cx="812800" cy="812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0D8D4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anchor="ctr" rtlCol="false" tIns="47487" lIns="47487" bIns="47487" rIns="47487"/>
            <a:lstStyle/>
            <a:p>
              <a:pPr algn="ctr">
                <a:lnSpc>
                  <a:spcPts val="2321"/>
                </a:lnSpc>
              </a:pPr>
            </a:p>
          </p:txBody>
        </p:sp>
      </p:grpSp>
      <p:sp>
        <p:nvSpPr>
          <p:cNvPr name="Freeform 24" id="24"/>
          <p:cNvSpPr/>
          <p:nvPr/>
        </p:nvSpPr>
        <p:spPr>
          <a:xfrm flipH="false" flipV="false" rot="0">
            <a:off x="1727581" y="3331178"/>
            <a:ext cx="1122924" cy="1648329"/>
          </a:xfrm>
          <a:custGeom>
            <a:avLst/>
            <a:gdLst/>
            <a:ahLst/>
            <a:cxnLst/>
            <a:rect r="r" b="b" t="t" l="l"/>
            <a:pathLst>
              <a:path h="1648329" w="1122924">
                <a:moveTo>
                  <a:pt x="0" y="0"/>
                </a:moveTo>
                <a:lnTo>
                  <a:pt x="1122924" y="0"/>
                </a:lnTo>
                <a:lnTo>
                  <a:pt x="1122924" y="1648329"/>
                </a:lnTo>
                <a:lnTo>
                  <a:pt x="0" y="164832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5" id="25"/>
          <p:cNvGrpSpPr/>
          <p:nvPr/>
        </p:nvGrpSpPr>
        <p:grpSpPr>
          <a:xfrm rot="0">
            <a:off x="10116832" y="3659780"/>
            <a:ext cx="6523294" cy="3524337"/>
            <a:chOff x="0" y="0"/>
            <a:chExt cx="1837915" cy="992969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837915" cy="992969"/>
            </a:xfrm>
            <a:custGeom>
              <a:avLst/>
              <a:gdLst/>
              <a:ahLst/>
              <a:cxnLst/>
              <a:rect r="r" b="b" t="t" l="l"/>
              <a:pathLst>
                <a:path h="992969" w="1837915">
                  <a:moveTo>
                    <a:pt x="23736" y="0"/>
                  </a:moveTo>
                  <a:lnTo>
                    <a:pt x="1814179" y="0"/>
                  </a:lnTo>
                  <a:cubicBezTo>
                    <a:pt x="1827288" y="0"/>
                    <a:pt x="1837915" y="10627"/>
                    <a:pt x="1837915" y="23736"/>
                  </a:cubicBezTo>
                  <a:lnTo>
                    <a:pt x="1837915" y="969233"/>
                  </a:lnTo>
                  <a:cubicBezTo>
                    <a:pt x="1837915" y="975528"/>
                    <a:pt x="1835414" y="981566"/>
                    <a:pt x="1830963" y="986017"/>
                  </a:cubicBezTo>
                  <a:cubicBezTo>
                    <a:pt x="1826511" y="990469"/>
                    <a:pt x="1820474" y="992969"/>
                    <a:pt x="1814179" y="992969"/>
                  </a:cubicBezTo>
                  <a:lnTo>
                    <a:pt x="23736" y="992969"/>
                  </a:lnTo>
                  <a:cubicBezTo>
                    <a:pt x="17441" y="992969"/>
                    <a:pt x="11404" y="990469"/>
                    <a:pt x="6952" y="986017"/>
                  </a:cubicBezTo>
                  <a:cubicBezTo>
                    <a:pt x="2501" y="981566"/>
                    <a:pt x="0" y="975528"/>
                    <a:pt x="0" y="969233"/>
                  </a:cubicBezTo>
                  <a:lnTo>
                    <a:pt x="0" y="23736"/>
                  </a:lnTo>
                  <a:cubicBezTo>
                    <a:pt x="0" y="17441"/>
                    <a:pt x="2501" y="11404"/>
                    <a:pt x="6952" y="6952"/>
                  </a:cubicBezTo>
                  <a:cubicBezTo>
                    <a:pt x="11404" y="2501"/>
                    <a:pt x="17441" y="0"/>
                    <a:pt x="23736" y="0"/>
                  </a:cubicBezTo>
                  <a:close/>
                </a:path>
              </a:pathLst>
            </a:custGeom>
            <a:solidFill>
              <a:srgbClr val="F4F8FF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0"/>
              <a:ext cx="1837915" cy="992969"/>
            </a:xfrm>
            <a:prstGeom prst="rect">
              <a:avLst/>
            </a:prstGeom>
          </p:spPr>
          <p:txBody>
            <a:bodyPr anchor="ctr" rtlCol="false" tIns="47487" lIns="47487" bIns="47487" rIns="47487"/>
            <a:lstStyle/>
            <a:p>
              <a:pPr algn="ctr">
                <a:lnSpc>
                  <a:spcPts val="2321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2497130" y="2282934"/>
            <a:ext cx="1762698" cy="1762698"/>
            <a:chOff x="0" y="0"/>
            <a:chExt cx="2350264" cy="2350264"/>
          </a:xfrm>
        </p:grpSpPr>
        <p:grpSp>
          <p:nvGrpSpPr>
            <p:cNvPr name="Group 29" id="29"/>
            <p:cNvGrpSpPr/>
            <p:nvPr/>
          </p:nvGrpSpPr>
          <p:grpSpPr>
            <a:xfrm rot="0">
              <a:off x="0" y="0"/>
              <a:ext cx="2350264" cy="2350264"/>
              <a:chOff x="0" y="0"/>
              <a:chExt cx="812800" cy="812800"/>
            </a:xfrm>
          </p:grpSpPr>
          <p:sp>
            <p:nvSpPr>
              <p:cNvPr name="Freeform 30" id="3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50D8D4"/>
              </a:solidFill>
            </p:spPr>
          </p:sp>
          <p:sp>
            <p:nvSpPr>
              <p:cNvPr name="TextBox 31" id="31"/>
              <p:cNvSpPr txBox="true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anchor="ctr" rtlCol="false" tIns="47487" lIns="47487" bIns="47487" rIns="47487"/>
              <a:lstStyle/>
              <a:p>
                <a:pPr algn="ctr">
                  <a:lnSpc>
                    <a:spcPts val="2321"/>
                  </a:lnSpc>
                </a:pPr>
              </a:p>
            </p:txBody>
          </p:sp>
        </p:grpSp>
        <p:sp>
          <p:nvSpPr>
            <p:cNvPr name="Freeform 32" id="32"/>
            <p:cNvSpPr/>
            <p:nvPr/>
          </p:nvSpPr>
          <p:spPr>
            <a:xfrm flipH="false" flipV="false" rot="0">
              <a:off x="330187" y="342477"/>
              <a:ext cx="1754462" cy="1728942"/>
            </a:xfrm>
            <a:custGeom>
              <a:avLst/>
              <a:gdLst/>
              <a:ahLst/>
              <a:cxnLst/>
              <a:rect r="r" b="b" t="t" l="l"/>
              <a:pathLst>
                <a:path h="1728942" w="1754462">
                  <a:moveTo>
                    <a:pt x="0" y="0"/>
                  </a:moveTo>
                  <a:lnTo>
                    <a:pt x="1754461" y="0"/>
                  </a:lnTo>
                  <a:lnTo>
                    <a:pt x="1754461" y="1728942"/>
                  </a:lnTo>
                  <a:lnTo>
                    <a:pt x="0" y="17289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33" id="33"/>
          <p:cNvSpPr/>
          <p:nvPr/>
        </p:nvSpPr>
        <p:spPr>
          <a:xfrm flipH="false" flipV="false" rot="0">
            <a:off x="1727581" y="6326051"/>
            <a:ext cx="1122924" cy="1648329"/>
          </a:xfrm>
          <a:custGeom>
            <a:avLst/>
            <a:gdLst/>
            <a:ahLst/>
            <a:cxnLst/>
            <a:rect r="r" b="b" t="t" l="l"/>
            <a:pathLst>
              <a:path h="1648329" w="1122924">
                <a:moveTo>
                  <a:pt x="0" y="0"/>
                </a:moveTo>
                <a:lnTo>
                  <a:pt x="1122924" y="0"/>
                </a:lnTo>
                <a:lnTo>
                  <a:pt x="1122924" y="1648329"/>
                </a:lnTo>
                <a:lnTo>
                  <a:pt x="0" y="164832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4" id="34"/>
          <p:cNvGrpSpPr/>
          <p:nvPr/>
        </p:nvGrpSpPr>
        <p:grpSpPr>
          <a:xfrm rot="0">
            <a:off x="1265816" y="3212620"/>
            <a:ext cx="2031318" cy="2031318"/>
            <a:chOff x="0" y="0"/>
            <a:chExt cx="812800" cy="8128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10"/>
              <a:stretch>
                <a:fillRect l="0" t="-16315" r="0" b="-29469"/>
              </a:stretch>
            </a:blip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10116832" y="1869075"/>
            <a:ext cx="2176557" cy="2176557"/>
            <a:chOff x="0" y="0"/>
            <a:chExt cx="812800" cy="8128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11"/>
              <a:stretch>
                <a:fillRect l="0" t="0" r="-14715" b="-14297"/>
              </a:stretch>
            </a:blip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12290201" y="1869075"/>
            <a:ext cx="2176557" cy="2176557"/>
            <a:chOff x="0" y="0"/>
            <a:chExt cx="812800" cy="8128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12"/>
              <a:stretch>
                <a:fillRect l="-2921" t="0" r="-2921" b="0"/>
              </a:stretch>
            </a:blip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14466758" y="1869075"/>
            <a:ext cx="2176557" cy="2176557"/>
            <a:chOff x="0" y="0"/>
            <a:chExt cx="812800" cy="81280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13"/>
              <a:stretch>
                <a:fillRect l="-3013" t="-33008" r="-7316" b="-14097"/>
              </a:stretch>
            </a:blipFill>
          </p:spPr>
        </p:sp>
      </p:grpSp>
      <p:sp>
        <p:nvSpPr>
          <p:cNvPr name="TextBox 42" id="42"/>
          <p:cNvSpPr txBox="true"/>
          <p:nvPr/>
        </p:nvSpPr>
        <p:spPr>
          <a:xfrm rot="0">
            <a:off x="3361965" y="6420624"/>
            <a:ext cx="4931972" cy="9451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722"/>
              </a:lnSpc>
              <a:spcBef>
                <a:spcPct val="0"/>
              </a:spcBef>
            </a:pPr>
            <a:r>
              <a:rPr lang="en-US" b="true" sz="5515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Scrum Master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2974775" y="7107917"/>
            <a:ext cx="5706351" cy="6631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46"/>
              </a:lnSpc>
            </a:pPr>
            <a:r>
              <a:rPr lang="en-US" sz="3890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Jorge Sepúlveda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2967455" y="4253771"/>
            <a:ext cx="5706351" cy="6637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44"/>
              </a:lnSpc>
            </a:pPr>
            <a:r>
              <a:rPr lang="en-US" sz="3888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Enrique Astudillo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3361965" y="3393748"/>
            <a:ext cx="5262500" cy="9362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722"/>
              </a:lnSpc>
              <a:spcBef>
                <a:spcPct val="0"/>
              </a:spcBef>
            </a:pPr>
            <a:r>
              <a:rPr lang="en-US" b="true" sz="5515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Product owner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0687951" y="4874241"/>
            <a:ext cx="4988924" cy="6631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46"/>
              </a:lnSpc>
            </a:pPr>
            <a:r>
              <a:rPr lang="en-US" sz="3890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Génesis Contreras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0566112" y="6293657"/>
            <a:ext cx="4988924" cy="6631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46"/>
              </a:lnSpc>
            </a:pPr>
            <a:r>
              <a:rPr lang="en-US" sz="3890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Pedro Vergara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0687951" y="5535213"/>
            <a:ext cx="4988924" cy="6631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46"/>
              </a:lnSpc>
            </a:pPr>
            <a:r>
              <a:rPr lang="en-US" sz="3890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Jorge Sepúlveda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0116832" y="3959907"/>
            <a:ext cx="6523294" cy="8190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738"/>
              </a:lnSpc>
              <a:spcBef>
                <a:spcPct val="0"/>
              </a:spcBef>
            </a:pPr>
            <a:r>
              <a:rPr lang="en-US" b="true" sz="4813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Developer Team</a:t>
            </a:r>
          </a:p>
        </p:txBody>
      </p:sp>
    </p:spTree>
  </p:cSld>
  <p:clrMapOvr>
    <a:masterClrMapping/>
  </p:clrMapOvr>
  <p:transition spd="slow">
    <p:fade/>
  </p:transition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10399873">
            <a:off x="-2523491" y="3556445"/>
            <a:ext cx="21301853" cy="7204025"/>
          </a:xfrm>
          <a:custGeom>
            <a:avLst/>
            <a:gdLst/>
            <a:ahLst/>
            <a:cxnLst/>
            <a:rect r="r" b="b" t="t" l="l"/>
            <a:pathLst>
              <a:path h="7204025" w="21301853">
                <a:moveTo>
                  <a:pt x="0" y="0"/>
                </a:moveTo>
                <a:lnTo>
                  <a:pt x="21301854" y="0"/>
                </a:lnTo>
                <a:lnTo>
                  <a:pt x="21301854" y="7204025"/>
                </a:lnTo>
                <a:lnTo>
                  <a:pt x="0" y="720402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337241" y="300555"/>
            <a:ext cx="5561006" cy="792054"/>
            <a:chOff x="0" y="0"/>
            <a:chExt cx="1464627" cy="20860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464627" cy="208607"/>
            </a:xfrm>
            <a:custGeom>
              <a:avLst/>
              <a:gdLst/>
              <a:ahLst/>
              <a:cxnLst/>
              <a:rect r="r" b="b" t="t" l="l"/>
              <a:pathLst>
                <a:path h="208607" w="1464627">
                  <a:moveTo>
                    <a:pt x="0" y="0"/>
                  </a:moveTo>
                  <a:lnTo>
                    <a:pt x="1464627" y="0"/>
                  </a:lnTo>
                  <a:lnTo>
                    <a:pt x="1464627" y="208607"/>
                  </a:lnTo>
                  <a:lnTo>
                    <a:pt x="0" y="208607"/>
                  </a:lnTo>
                  <a:close/>
                </a:path>
              </a:pathLst>
            </a:custGeom>
            <a:solidFill>
              <a:srgbClr val="122A4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0"/>
              <a:ext cx="1464627" cy="2086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21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4856517" y="100603"/>
            <a:ext cx="1256028" cy="1256028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AD0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anchor="ctr" rtlCol="false" tIns="22884" lIns="22884" bIns="22884" rIns="22884"/>
            <a:lstStyle/>
            <a:p>
              <a:pPr algn="ctr">
                <a:lnSpc>
                  <a:spcPts val="2321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5086192" y="289566"/>
            <a:ext cx="796679" cy="878103"/>
          </a:xfrm>
          <a:custGeom>
            <a:avLst/>
            <a:gdLst/>
            <a:ahLst/>
            <a:cxnLst/>
            <a:rect r="r" b="b" t="t" l="l"/>
            <a:pathLst>
              <a:path h="878103" w="796679">
                <a:moveTo>
                  <a:pt x="0" y="0"/>
                </a:moveTo>
                <a:lnTo>
                  <a:pt x="796679" y="0"/>
                </a:lnTo>
                <a:lnTo>
                  <a:pt x="796679" y="878103"/>
                </a:lnTo>
                <a:lnTo>
                  <a:pt x="0" y="87810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256543" y="1448159"/>
            <a:ext cx="6479838" cy="2795034"/>
            <a:chOff x="0" y="0"/>
            <a:chExt cx="1825671" cy="78749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825671" cy="787491"/>
            </a:xfrm>
            <a:custGeom>
              <a:avLst/>
              <a:gdLst/>
              <a:ahLst/>
              <a:cxnLst/>
              <a:rect r="r" b="b" t="t" l="l"/>
              <a:pathLst>
                <a:path h="787491" w="1825671">
                  <a:moveTo>
                    <a:pt x="23895" y="0"/>
                  </a:moveTo>
                  <a:lnTo>
                    <a:pt x="1801776" y="0"/>
                  </a:lnTo>
                  <a:cubicBezTo>
                    <a:pt x="1814973" y="0"/>
                    <a:pt x="1825671" y="10698"/>
                    <a:pt x="1825671" y="23895"/>
                  </a:cubicBezTo>
                  <a:lnTo>
                    <a:pt x="1825671" y="763595"/>
                  </a:lnTo>
                  <a:cubicBezTo>
                    <a:pt x="1825671" y="769933"/>
                    <a:pt x="1823154" y="776011"/>
                    <a:pt x="1818672" y="780492"/>
                  </a:cubicBezTo>
                  <a:cubicBezTo>
                    <a:pt x="1814191" y="784973"/>
                    <a:pt x="1808113" y="787491"/>
                    <a:pt x="1801776" y="787491"/>
                  </a:cubicBezTo>
                  <a:lnTo>
                    <a:pt x="23895" y="787491"/>
                  </a:lnTo>
                  <a:cubicBezTo>
                    <a:pt x="10698" y="787491"/>
                    <a:pt x="0" y="776792"/>
                    <a:pt x="0" y="763595"/>
                  </a:cubicBezTo>
                  <a:lnTo>
                    <a:pt x="0" y="23895"/>
                  </a:lnTo>
                  <a:cubicBezTo>
                    <a:pt x="0" y="10698"/>
                    <a:pt x="10698" y="0"/>
                    <a:pt x="23895" y="0"/>
                  </a:cubicBezTo>
                  <a:close/>
                </a:path>
              </a:pathLst>
            </a:custGeom>
            <a:solidFill>
              <a:srgbClr val="122A40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0"/>
              <a:ext cx="1825671" cy="787491"/>
            </a:xfrm>
            <a:prstGeom prst="rect">
              <a:avLst/>
            </a:prstGeom>
          </p:spPr>
          <p:txBody>
            <a:bodyPr anchor="ctr" rtlCol="false" tIns="47487" lIns="47487" bIns="47487" rIns="47487"/>
            <a:lstStyle/>
            <a:p>
              <a:pPr algn="ctr">
                <a:lnSpc>
                  <a:spcPts val="2321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982896" y="151130"/>
            <a:ext cx="3146822" cy="863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000"/>
              </a:lnSpc>
              <a:spcBef>
                <a:spcPct val="0"/>
              </a:spcBef>
            </a:pPr>
            <a:r>
              <a:rPr lang="en-US" b="true" sz="500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Road Map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131590" y="1484126"/>
            <a:ext cx="4729745" cy="446751"/>
            <a:chOff x="0" y="0"/>
            <a:chExt cx="6306326" cy="595667"/>
          </a:xfrm>
        </p:grpSpPr>
        <p:sp>
          <p:nvSpPr>
            <p:cNvPr name="TextBox 15" id="15"/>
            <p:cNvSpPr txBox="true"/>
            <p:nvPr/>
          </p:nvSpPr>
          <p:spPr>
            <a:xfrm rot="0">
              <a:off x="0" y="-57150"/>
              <a:ext cx="1593715" cy="6528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4104"/>
                </a:lnSpc>
                <a:spcBef>
                  <a:spcPct val="0"/>
                </a:spcBef>
              </a:pPr>
              <a:r>
                <a:rPr lang="en-US" b="true" sz="2932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Fase 1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2172479" y="-10909"/>
              <a:ext cx="4133847" cy="47996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3507"/>
                </a:lnSpc>
              </a:pPr>
              <a:r>
                <a:rPr lang="en-US" b="true" sz="1753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4 AGOSTO - 7 SEPTIEMBRE</a:t>
              </a: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370332" y="2113984"/>
            <a:ext cx="6252261" cy="17077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378645" indent="-189323" lvl="1">
              <a:lnSpc>
                <a:spcPts val="3507"/>
              </a:lnSpc>
              <a:buAutoNum type="arabicPeriod" startAt="1"/>
            </a:pPr>
            <a:r>
              <a:rPr lang="en-US" b="true" sz="1753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PLANIFICACIÓN E INICIO DEL PROYECTO.</a:t>
            </a:r>
          </a:p>
          <a:p>
            <a:pPr algn="just" marL="378645" indent="-189323" lvl="1">
              <a:lnSpc>
                <a:spcPts val="3507"/>
              </a:lnSpc>
              <a:buAutoNum type="arabicPeriod" startAt="1"/>
            </a:pPr>
            <a:r>
              <a:rPr lang="en-US" b="true" sz="1753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DEFINICIÓN DE REQUISITOS Y MODELADO DE DATOS.</a:t>
            </a:r>
          </a:p>
          <a:p>
            <a:pPr algn="just" marL="378645" indent="-189323" lvl="1">
              <a:lnSpc>
                <a:spcPts val="3507"/>
              </a:lnSpc>
              <a:buAutoNum type="arabicPeriod" startAt="1"/>
            </a:pPr>
            <a:r>
              <a:rPr lang="en-US" b="true" sz="1753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DISEÑO ARQUITECTÓNICO Y DE INTERFAZ (UX/UI).</a:t>
            </a:r>
          </a:p>
          <a:p>
            <a:pPr algn="just" marL="378645" indent="-189323" lvl="1">
              <a:lnSpc>
                <a:spcPts val="3507"/>
              </a:lnSpc>
              <a:buAutoNum type="arabicPeriod" startAt="1"/>
            </a:pPr>
            <a:r>
              <a:rPr lang="en-US" b="true" sz="1753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PREPARACIÓN DEL ENTORNO TECNOLÓGICO.</a:t>
            </a:r>
          </a:p>
        </p:txBody>
      </p:sp>
    </p:spTree>
  </p:cSld>
  <p:clrMapOvr>
    <a:masterClrMapping/>
  </p:clrMapOvr>
  <p:transition spd="slow">
    <p:fade/>
  </p:transition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10399873">
            <a:off x="-2523491" y="3556445"/>
            <a:ext cx="21301853" cy="7204025"/>
          </a:xfrm>
          <a:custGeom>
            <a:avLst/>
            <a:gdLst/>
            <a:ahLst/>
            <a:cxnLst/>
            <a:rect r="r" b="b" t="t" l="l"/>
            <a:pathLst>
              <a:path h="7204025" w="21301853">
                <a:moveTo>
                  <a:pt x="0" y="0"/>
                </a:moveTo>
                <a:lnTo>
                  <a:pt x="21301854" y="0"/>
                </a:lnTo>
                <a:lnTo>
                  <a:pt x="21301854" y="7204025"/>
                </a:lnTo>
                <a:lnTo>
                  <a:pt x="0" y="720402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6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337241" y="300555"/>
            <a:ext cx="5561006" cy="792054"/>
            <a:chOff x="0" y="0"/>
            <a:chExt cx="1464627" cy="20860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464627" cy="208607"/>
            </a:xfrm>
            <a:custGeom>
              <a:avLst/>
              <a:gdLst/>
              <a:ahLst/>
              <a:cxnLst/>
              <a:rect r="r" b="b" t="t" l="l"/>
              <a:pathLst>
                <a:path h="208607" w="1464627">
                  <a:moveTo>
                    <a:pt x="0" y="0"/>
                  </a:moveTo>
                  <a:lnTo>
                    <a:pt x="1464627" y="0"/>
                  </a:lnTo>
                  <a:lnTo>
                    <a:pt x="1464627" y="208607"/>
                  </a:lnTo>
                  <a:lnTo>
                    <a:pt x="0" y="208607"/>
                  </a:lnTo>
                  <a:close/>
                </a:path>
              </a:pathLst>
            </a:custGeom>
            <a:solidFill>
              <a:srgbClr val="122A4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0"/>
              <a:ext cx="1464627" cy="2086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21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4856517" y="100603"/>
            <a:ext cx="1256028" cy="1256028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AD0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anchor="ctr" rtlCol="false" tIns="22884" lIns="22884" bIns="22884" rIns="22884"/>
            <a:lstStyle/>
            <a:p>
              <a:pPr algn="ctr">
                <a:lnSpc>
                  <a:spcPts val="2321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5086192" y="289566"/>
            <a:ext cx="796679" cy="878103"/>
          </a:xfrm>
          <a:custGeom>
            <a:avLst/>
            <a:gdLst/>
            <a:ahLst/>
            <a:cxnLst/>
            <a:rect r="r" b="b" t="t" l="l"/>
            <a:pathLst>
              <a:path h="878103" w="796679">
                <a:moveTo>
                  <a:pt x="0" y="0"/>
                </a:moveTo>
                <a:lnTo>
                  <a:pt x="796679" y="0"/>
                </a:lnTo>
                <a:lnTo>
                  <a:pt x="796679" y="878103"/>
                </a:lnTo>
                <a:lnTo>
                  <a:pt x="0" y="87810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256543" y="1448159"/>
            <a:ext cx="6479838" cy="2795034"/>
            <a:chOff x="0" y="0"/>
            <a:chExt cx="1825671" cy="78749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825671" cy="787491"/>
            </a:xfrm>
            <a:custGeom>
              <a:avLst/>
              <a:gdLst/>
              <a:ahLst/>
              <a:cxnLst/>
              <a:rect r="r" b="b" t="t" l="l"/>
              <a:pathLst>
                <a:path h="787491" w="1825671">
                  <a:moveTo>
                    <a:pt x="23895" y="0"/>
                  </a:moveTo>
                  <a:lnTo>
                    <a:pt x="1801776" y="0"/>
                  </a:lnTo>
                  <a:cubicBezTo>
                    <a:pt x="1814973" y="0"/>
                    <a:pt x="1825671" y="10698"/>
                    <a:pt x="1825671" y="23895"/>
                  </a:cubicBezTo>
                  <a:lnTo>
                    <a:pt x="1825671" y="763595"/>
                  </a:lnTo>
                  <a:cubicBezTo>
                    <a:pt x="1825671" y="769933"/>
                    <a:pt x="1823154" y="776011"/>
                    <a:pt x="1818672" y="780492"/>
                  </a:cubicBezTo>
                  <a:cubicBezTo>
                    <a:pt x="1814191" y="784973"/>
                    <a:pt x="1808113" y="787491"/>
                    <a:pt x="1801776" y="787491"/>
                  </a:cubicBezTo>
                  <a:lnTo>
                    <a:pt x="23895" y="787491"/>
                  </a:lnTo>
                  <a:cubicBezTo>
                    <a:pt x="10698" y="787491"/>
                    <a:pt x="0" y="776792"/>
                    <a:pt x="0" y="763595"/>
                  </a:cubicBezTo>
                  <a:lnTo>
                    <a:pt x="0" y="23895"/>
                  </a:lnTo>
                  <a:cubicBezTo>
                    <a:pt x="0" y="10698"/>
                    <a:pt x="10698" y="0"/>
                    <a:pt x="23895" y="0"/>
                  </a:cubicBezTo>
                  <a:close/>
                </a:path>
              </a:pathLst>
            </a:custGeom>
            <a:solidFill>
              <a:srgbClr val="122A40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0"/>
              <a:ext cx="1825671" cy="787491"/>
            </a:xfrm>
            <a:prstGeom prst="rect">
              <a:avLst/>
            </a:prstGeom>
          </p:spPr>
          <p:txBody>
            <a:bodyPr anchor="ctr" rtlCol="false" tIns="47487" lIns="47487" bIns="47487" rIns="47487"/>
            <a:lstStyle/>
            <a:p>
              <a:pPr algn="ctr">
                <a:lnSpc>
                  <a:spcPts val="2321"/>
                </a:lnSpc>
              </a:pPr>
            </a:p>
          </p:txBody>
        </p:sp>
      </p:grpSp>
      <p:sp>
        <p:nvSpPr>
          <p:cNvPr name="AutoShape 13" id="13"/>
          <p:cNvSpPr/>
          <p:nvPr/>
        </p:nvSpPr>
        <p:spPr>
          <a:xfrm>
            <a:off x="6837455" y="1894909"/>
            <a:ext cx="6555587" cy="499594"/>
          </a:xfrm>
          <a:prstGeom prst="line">
            <a:avLst/>
          </a:prstGeom>
          <a:ln cap="flat" w="38100">
            <a:solidFill>
              <a:srgbClr val="000000"/>
            </a:solidFill>
            <a:prstDash val="lgDash"/>
            <a:headEnd type="none" len="sm" w="sm"/>
            <a:tailEnd type="arrow" len="sm" w="med"/>
          </a:ln>
        </p:spPr>
      </p:sp>
      <p:sp>
        <p:nvSpPr>
          <p:cNvPr name="Freeform 14" id="14"/>
          <p:cNvSpPr/>
          <p:nvPr/>
        </p:nvSpPr>
        <p:spPr>
          <a:xfrm flipH="false" flipV="false" rot="570197">
            <a:off x="13460880" y="1794389"/>
            <a:ext cx="479265" cy="652061"/>
          </a:xfrm>
          <a:custGeom>
            <a:avLst/>
            <a:gdLst/>
            <a:ahLst/>
            <a:cxnLst/>
            <a:rect r="r" b="b" t="t" l="l"/>
            <a:pathLst>
              <a:path h="652061" w="479265">
                <a:moveTo>
                  <a:pt x="0" y="0"/>
                </a:moveTo>
                <a:lnTo>
                  <a:pt x="479265" y="0"/>
                </a:lnTo>
                <a:lnTo>
                  <a:pt x="479265" y="652061"/>
                </a:lnTo>
                <a:lnTo>
                  <a:pt x="0" y="65206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982896" y="151130"/>
            <a:ext cx="3146822" cy="863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000"/>
              </a:lnSpc>
              <a:spcBef>
                <a:spcPct val="0"/>
              </a:spcBef>
            </a:pPr>
            <a:r>
              <a:rPr lang="en-US" b="true" sz="500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Road Map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131590" y="1484126"/>
            <a:ext cx="4729745" cy="446751"/>
            <a:chOff x="0" y="0"/>
            <a:chExt cx="6306326" cy="595667"/>
          </a:xfrm>
        </p:grpSpPr>
        <p:sp>
          <p:nvSpPr>
            <p:cNvPr name="TextBox 17" id="17"/>
            <p:cNvSpPr txBox="true"/>
            <p:nvPr/>
          </p:nvSpPr>
          <p:spPr>
            <a:xfrm rot="0">
              <a:off x="0" y="-57150"/>
              <a:ext cx="1593715" cy="6528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4104"/>
                </a:lnSpc>
                <a:spcBef>
                  <a:spcPct val="0"/>
                </a:spcBef>
              </a:pPr>
              <a:r>
                <a:rPr lang="en-US" b="true" sz="2932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Fase 1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2172479" y="-10909"/>
              <a:ext cx="4133847" cy="47996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3507"/>
                </a:lnSpc>
              </a:pPr>
              <a:r>
                <a:rPr lang="en-US" b="true" sz="1753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4 AGOSTO - 7 SEPTIEMBRE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9619929" y="2579091"/>
            <a:ext cx="6628286" cy="3151802"/>
            <a:chOff x="0" y="0"/>
            <a:chExt cx="1867496" cy="888009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867496" cy="888009"/>
            </a:xfrm>
            <a:custGeom>
              <a:avLst/>
              <a:gdLst/>
              <a:ahLst/>
              <a:cxnLst/>
              <a:rect r="r" b="b" t="t" l="l"/>
              <a:pathLst>
                <a:path h="888009" w="1867496">
                  <a:moveTo>
                    <a:pt x="23360" y="0"/>
                  </a:moveTo>
                  <a:lnTo>
                    <a:pt x="1844136" y="0"/>
                  </a:lnTo>
                  <a:cubicBezTo>
                    <a:pt x="1850331" y="0"/>
                    <a:pt x="1856273" y="2461"/>
                    <a:pt x="1860654" y="6842"/>
                  </a:cubicBezTo>
                  <a:cubicBezTo>
                    <a:pt x="1865035" y="11223"/>
                    <a:pt x="1867496" y="17165"/>
                    <a:pt x="1867496" y="23360"/>
                  </a:cubicBezTo>
                  <a:lnTo>
                    <a:pt x="1867496" y="864649"/>
                  </a:lnTo>
                  <a:cubicBezTo>
                    <a:pt x="1867496" y="877550"/>
                    <a:pt x="1857037" y="888009"/>
                    <a:pt x="1844136" y="888009"/>
                  </a:cubicBezTo>
                  <a:lnTo>
                    <a:pt x="23360" y="888009"/>
                  </a:lnTo>
                  <a:cubicBezTo>
                    <a:pt x="17165" y="888009"/>
                    <a:pt x="11223" y="885548"/>
                    <a:pt x="6842" y="881167"/>
                  </a:cubicBezTo>
                  <a:cubicBezTo>
                    <a:pt x="2461" y="876786"/>
                    <a:pt x="0" y="870844"/>
                    <a:pt x="0" y="864649"/>
                  </a:cubicBezTo>
                  <a:lnTo>
                    <a:pt x="0" y="23360"/>
                  </a:lnTo>
                  <a:cubicBezTo>
                    <a:pt x="0" y="10459"/>
                    <a:pt x="10459" y="0"/>
                    <a:pt x="23360" y="0"/>
                  </a:cubicBezTo>
                  <a:close/>
                </a:path>
              </a:pathLst>
            </a:custGeom>
            <a:solidFill>
              <a:srgbClr val="122A40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0"/>
              <a:ext cx="1867496" cy="888009"/>
            </a:xfrm>
            <a:prstGeom prst="rect">
              <a:avLst/>
            </a:prstGeom>
          </p:spPr>
          <p:txBody>
            <a:bodyPr anchor="ctr" rtlCol="false" tIns="47487" lIns="47487" bIns="47487" rIns="47487"/>
            <a:lstStyle/>
            <a:p>
              <a:pPr algn="ctr">
                <a:lnSpc>
                  <a:spcPts val="2321"/>
                </a:lnSpc>
              </a:pP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10283753" y="3145251"/>
            <a:ext cx="5300638" cy="21459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378645" indent="-189323" lvl="1">
              <a:lnSpc>
                <a:spcPts val="3507"/>
              </a:lnSpc>
              <a:buAutoNum type="arabicPeriod" startAt="1"/>
            </a:pPr>
            <a:r>
              <a:rPr lang="en-US" b="true" sz="1753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MÓDULO DE AUTENTICACIÓN.</a:t>
            </a:r>
          </a:p>
          <a:p>
            <a:pPr algn="just" marL="378645" indent="-189323" lvl="1">
              <a:lnSpc>
                <a:spcPts val="3507"/>
              </a:lnSpc>
              <a:buAutoNum type="arabicPeriod" startAt="1"/>
            </a:pPr>
            <a:r>
              <a:rPr lang="en-US" b="true" sz="1753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GENERACIÓN DE ARCHIVOS DIGITALIZADOS.</a:t>
            </a:r>
          </a:p>
          <a:p>
            <a:pPr algn="just" marL="378645" indent="-189323" lvl="1">
              <a:lnSpc>
                <a:spcPts val="3507"/>
              </a:lnSpc>
              <a:buAutoNum type="arabicPeriod" startAt="1"/>
            </a:pPr>
            <a:r>
              <a:rPr lang="en-US" b="true" sz="1753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CRUD DE LAS GESTIONES PRINCIPALES.</a:t>
            </a:r>
          </a:p>
          <a:p>
            <a:pPr algn="just" marL="378645" indent="-189323" lvl="1">
              <a:lnSpc>
                <a:spcPts val="3507"/>
              </a:lnSpc>
              <a:buAutoNum type="arabicPeriod" startAt="1"/>
            </a:pPr>
            <a:r>
              <a:rPr lang="en-US" b="true" sz="1753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ADECUACIÓN DE FILTROS.</a:t>
            </a:r>
          </a:p>
          <a:p>
            <a:pPr algn="just" marL="378645" indent="-189323" lvl="1">
              <a:lnSpc>
                <a:spcPts val="3507"/>
              </a:lnSpc>
              <a:buAutoNum type="arabicPeriod" startAt="1"/>
            </a:pPr>
            <a:r>
              <a:rPr lang="en-US" b="true" sz="1753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PERFILES, PERMISOS, FIRMA ELECTRÓNICA.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10534116" y="2622300"/>
            <a:ext cx="5050274" cy="446751"/>
            <a:chOff x="0" y="0"/>
            <a:chExt cx="6733699" cy="595667"/>
          </a:xfrm>
        </p:grpSpPr>
        <p:sp>
          <p:nvSpPr>
            <p:cNvPr name="TextBox 24" id="24"/>
            <p:cNvSpPr txBox="true"/>
            <p:nvPr/>
          </p:nvSpPr>
          <p:spPr>
            <a:xfrm rot="0">
              <a:off x="0" y="-57150"/>
              <a:ext cx="1593715" cy="6528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4104"/>
                </a:lnSpc>
                <a:spcBef>
                  <a:spcPct val="0"/>
                </a:spcBef>
              </a:pPr>
              <a:r>
                <a:rPr lang="en-US" b="true" sz="2932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Fase 2</a:t>
              </a:r>
            </a:p>
          </p:txBody>
        </p:sp>
        <p:sp>
          <p:nvSpPr>
            <p:cNvPr name="TextBox 25" id="25"/>
            <p:cNvSpPr txBox="true"/>
            <p:nvPr/>
          </p:nvSpPr>
          <p:spPr>
            <a:xfrm rot="0">
              <a:off x="2172479" y="-10909"/>
              <a:ext cx="4561220" cy="47996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3507"/>
                </a:lnSpc>
              </a:pPr>
              <a:r>
                <a:rPr lang="en-US" b="true" sz="1753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8 SEPTIEMBRE - 19 NOVIEMBRE</a:t>
              </a: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370332" y="2113984"/>
            <a:ext cx="6252261" cy="17077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378645" indent="-189323" lvl="1">
              <a:lnSpc>
                <a:spcPts val="3507"/>
              </a:lnSpc>
              <a:buAutoNum type="arabicPeriod" startAt="1"/>
            </a:pPr>
            <a:r>
              <a:rPr lang="en-US" b="true" sz="1753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PLANIFICACIÓN E INICIO DEL PROYECTO.</a:t>
            </a:r>
          </a:p>
          <a:p>
            <a:pPr algn="just" marL="378645" indent="-189323" lvl="1">
              <a:lnSpc>
                <a:spcPts val="3507"/>
              </a:lnSpc>
              <a:buAutoNum type="arabicPeriod" startAt="1"/>
            </a:pPr>
            <a:r>
              <a:rPr lang="en-US" b="true" sz="1753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DEFINICIÓN DE REQUISITOS Y MODELADO DE DATOS.</a:t>
            </a:r>
          </a:p>
          <a:p>
            <a:pPr algn="just" marL="378645" indent="-189323" lvl="1">
              <a:lnSpc>
                <a:spcPts val="3507"/>
              </a:lnSpc>
              <a:buAutoNum type="arabicPeriod" startAt="1"/>
            </a:pPr>
            <a:r>
              <a:rPr lang="en-US" b="true" sz="1753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DISEÑO ARQUITECTÓNICO Y DE INTERFAZ (UX/UI).</a:t>
            </a:r>
          </a:p>
          <a:p>
            <a:pPr algn="just" marL="378645" indent="-189323" lvl="1">
              <a:lnSpc>
                <a:spcPts val="3507"/>
              </a:lnSpc>
              <a:buAutoNum type="arabicPeriod" startAt="1"/>
            </a:pPr>
            <a:r>
              <a:rPr lang="en-US" b="true" sz="1753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PREPARACIÓN DEL ENTORNO TECNOLÓGICO.</a:t>
            </a:r>
          </a:p>
        </p:txBody>
      </p:sp>
    </p:spTree>
  </p:cSld>
  <p:clrMapOvr>
    <a:masterClrMapping/>
  </p:clrMapOvr>
  <p:transition spd="slow">
    <p:fade/>
  </p:transition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10399873">
            <a:off x="-2523491" y="3556445"/>
            <a:ext cx="21301853" cy="7204025"/>
          </a:xfrm>
          <a:custGeom>
            <a:avLst/>
            <a:gdLst/>
            <a:ahLst/>
            <a:cxnLst/>
            <a:rect r="r" b="b" t="t" l="l"/>
            <a:pathLst>
              <a:path h="7204025" w="21301853">
                <a:moveTo>
                  <a:pt x="0" y="0"/>
                </a:moveTo>
                <a:lnTo>
                  <a:pt x="21301854" y="0"/>
                </a:lnTo>
                <a:lnTo>
                  <a:pt x="21301854" y="7204025"/>
                </a:lnTo>
                <a:lnTo>
                  <a:pt x="0" y="720402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337241" y="300555"/>
            <a:ext cx="5561006" cy="792054"/>
            <a:chOff x="0" y="0"/>
            <a:chExt cx="1464627" cy="20860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464627" cy="208607"/>
            </a:xfrm>
            <a:custGeom>
              <a:avLst/>
              <a:gdLst/>
              <a:ahLst/>
              <a:cxnLst/>
              <a:rect r="r" b="b" t="t" l="l"/>
              <a:pathLst>
                <a:path h="208607" w="1464627">
                  <a:moveTo>
                    <a:pt x="0" y="0"/>
                  </a:moveTo>
                  <a:lnTo>
                    <a:pt x="1464627" y="0"/>
                  </a:lnTo>
                  <a:lnTo>
                    <a:pt x="1464627" y="208607"/>
                  </a:lnTo>
                  <a:lnTo>
                    <a:pt x="0" y="208607"/>
                  </a:lnTo>
                  <a:close/>
                </a:path>
              </a:pathLst>
            </a:custGeom>
            <a:solidFill>
              <a:srgbClr val="122A4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0"/>
              <a:ext cx="1464627" cy="2086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21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4856517" y="100603"/>
            <a:ext cx="1256028" cy="1256028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AD0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anchor="ctr" rtlCol="false" tIns="22884" lIns="22884" bIns="22884" rIns="22884"/>
            <a:lstStyle/>
            <a:p>
              <a:pPr algn="ctr">
                <a:lnSpc>
                  <a:spcPts val="2321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5086192" y="289566"/>
            <a:ext cx="796679" cy="878103"/>
          </a:xfrm>
          <a:custGeom>
            <a:avLst/>
            <a:gdLst/>
            <a:ahLst/>
            <a:cxnLst/>
            <a:rect r="r" b="b" t="t" l="l"/>
            <a:pathLst>
              <a:path h="878103" w="796679">
                <a:moveTo>
                  <a:pt x="0" y="0"/>
                </a:moveTo>
                <a:lnTo>
                  <a:pt x="796679" y="0"/>
                </a:lnTo>
                <a:lnTo>
                  <a:pt x="796679" y="878103"/>
                </a:lnTo>
                <a:lnTo>
                  <a:pt x="0" y="87810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256543" y="1448159"/>
            <a:ext cx="6479838" cy="2795034"/>
            <a:chOff x="0" y="0"/>
            <a:chExt cx="1825671" cy="78749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825671" cy="787491"/>
            </a:xfrm>
            <a:custGeom>
              <a:avLst/>
              <a:gdLst/>
              <a:ahLst/>
              <a:cxnLst/>
              <a:rect r="r" b="b" t="t" l="l"/>
              <a:pathLst>
                <a:path h="787491" w="1825671">
                  <a:moveTo>
                    <a:pt x="23895" y="0"/>
                  </a:moveTo>
                  <a:lnTo>
                    <a:pt x="1801776" y="0"/>
                  </a:lnTo>
                  <a:cubicBezTo>
                    <a:pt x="1814973" y="0"/>
                    <a:pt x="1825671" y="10698"/>
                    <a:pt x="1825671" y="23895"/>
                  </a:cubicBezTo>
                  <a:lnTo>
                    <a:pt x="1825671" y="763595"/>
                  </a:lnTo>
                  <a:cubicBezTo>
                    <a:pt x="1825671" y="769933"/>
                    <a:pt x="1823154" y="776011"/>
                    <a:pt x="1818672" y="780492"/>
                  </a:cubicBezTo>
                  <a:cubicBezTo>
                    <a:pt x="1814191" y="784973"/>
                    <a:pt x="1808113" y="787491"/>
                    <a:pt x="1801776" y="787491"/>
                  </a:cubicBezTo>
                  <a:lnTo>
                    <a:pt x="23895" y="787491"/>
                  </a:lnTo>
                  <a:cubicBezTo>
                    <a:pt x="10698" y="787491"/>
                    <a:pt x="0" y="776792"/>
                    <a:pt x="0" y="763595"/>
                  </a:cubicBezTo>
                  <a:lnTo>
                    <a:pt x="0" y="23895"/>
                  </a:lnTo>
                  <a:cubicBezTo>
                    <a:pt x="0" y="10698"/>
                    <a:pt x="10698" y="0"/>
                    <a:pt x="23895" y="0"/>
                  </a:cubicBezTo>
                  <a:close/>
                </a:path>
              </a:pathLst>
            </a:custGeom>
            <a:solidFill>
              <a:srgbClr val="122A40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0"/>
              <a:ext cx="1825671" cy="787491"/>
            </a:xfrm>
            <a:prstGeom prst="rect">
              <a:avLst/>
            </a:prstGeom>
          </p:spPr>
          <p:txBody>
            <a:bodyPr anchor="ctr" rtlCol="false" tIns="47487" lIns="47487" bIns="47487" rIns="47487"/>
            <a:lstStyle/>
            <a:p>
              <a:pPr algn="ctr">
                <a:lnSpc>
                  <a:spcPts val="2321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652139" y="6416461"/>
            <a:ext cx="5378948" cy="2334937"/>
            <a:chOff x="0" y="0"/>
            <a:chExt cx="1515499" cy="65786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515499" cy="657860"/>
            </a:xfrm>
            <a:custGeom>
              <a:avLst/>
              <a:gdLst/>
              <a:ahLst/>
              <a:cxnLst/>
              <a:rect r="r" b="b" t="t" l="l"/>
              <a:pathLst>
                <a:path h="657860" w="1515499">
                  <a:moveTo>
                    <a:pt x="28786" y="0"/>
                  </a:moveTo>
                  <a:lnTo>
                    <a:pt x="1486713" y="0"/>
                  </a:lnTo>
                  <a:cubicBezTo>
                    <a:pt x="1494348" y="0"/>
                    <a:pt x="1501670" y="3033"/>
                    <a:pt x="1507068" y="8431"/>
                  </a:cubicBezTo>
                  <a:cubicBezTo>
                    <a:pt x="1512467" y="13830"/>
                    <a:pt x="1515499" y="21151"/>
                    <a:pt x="1515499" y="28786"/>
                  </a:cubicBezTo>
                  <a:lnTo>
                    <a:pt x="1515499" y="629074"/>
                  </a:lnTo>
                  <a:cubicBezTo>
                    <a:pt x="1515499" y="644972"/>
                    <a:pt x="1502611" y="657860"/>
                    <a:pt x="1486713" y="657860"/>
                  </a:cubicBezTo>
                  <a:lnTo>
                    <a:pt x="28786" y="657860"/>
                  </a:lnTo>
                  <a:cubicBezTo>
                    <a:pt x="21151" y="657860"/>
                    <a:pt x="13830" y="654827"/>
                    <a:pt x="8431" y="649429"/>
                  </a:cubicBezTo>
                  <a:cubicBezTo>
                    <a:pt x="3033" y="644031"/>
                    <a:pt x="0" y="636709"/>
                    <a:pt x="0" y="629074"/>
                  </a:cubicBezTo>
                  <a:lnTo>
                    <a:pt x="0" y="28786"/>
                  </a:lnTo>
                  <a:cubicBezTo>
                    <a:pt x="0" y="21151"/>
                    <a:pt x="3033" y="13830"/>
                    <a:pt x="8431" y="8431"/>
                  </a:cubicBezTo>
                  <a:cubicBezTo>
                    <a:pt x="13830" y="3033"/>
                    <a:pt x="21151" y="0"/>
                    <a:pt x="28786" y="0"/>
                  </a:cubicBezTo>
                  <a:close/>
                </a:path>
              </a:pathLst>
            </a:custGeom>
            <a:solidFill>
              <a:srgbClr val="122A40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0"/>
              <a:ext cx="1515499" cy="657860"/>
            </a:xfrm>
            <a:prstGeom prst="rect">
              <a:avLst/>
            </a:prstGeom>
          </p:spPr>
          <p:txBody>
            <a:bodyPr anchor="ctr" rtlCol="false" tIns="47487" lIns="47487" bIns="47487" rIns="47487"/>
            <a:lstStyle/>
            <a:p>
              <a:pPr algn="ctr">
                <a:lnSpc>
                  <a:spcPts val="2321"/>
                </a:lnSpc>
              </a:pPr>
            </a:p>
          </p:txBody>
        </p:sp>
      </p:grpSp>
      <p:sp>
        <p:nvSpPr>
          <p:cNvPr name="AutoShape 16" id="16"/>
          <p:cNvSpPr/>
          <p:nvPr/>
        </p:nvSpPr>
        <p:spPr>
          <a:xfrm>
            <a:off x="6837455" y="1894909"/>
            <a:ext cx="6555587" cy="499594"/>
          </a:xfrm>
          <a:prstGeom prst="line">
            <a:avLst/>
          </a:prstGeom>
          <a:ln cap="flat" w="38100">
            <a:solidFill>
              <a:srgbClr val="000000"/>
            </a:solidFill>
            <a:prstDash val="lgDash"/>
            <a:headEnd type="none" len="sm" w="sm"/>
            <a:tailEnd type="arrow" len="sm" w="med"/>
          </a:ln>
        </p:spPr>
      </p:sp>
      <p:sp>
        <p:nvSpPr>
          <p:cNvPr name="AutoShape 17" id="17"/>
          <p:cNvSpPr/>
          <p:nvPr/>
        </p:nvSpPr>
        <p:spPr>
          <a:xfrm flipH="true">
            <a:off x="4729627" y="4862740"/>
            <a:ext cx="4505460" cy="1470709"/>
          </a:xfrm>
          <a:prstGeom prst="line">
            <a:avLst/>
          </a:prstGeom>
          <a:ln cap="flat" w="38100">
            <a:solidFill>
              <a:srgbClr val="000000"/>
            </a:solidFill>
            <a:prstDash val="lgDash"/>
            <a:headEnd type="none" len="sm" w="sm"/>
            <a:tailEnd type="arrow" len="sm" w="med"/>
          </a:ln>
        </p:spPr>
      </p:sp>
      <p:sp>
        <p:nvSpPr>
          <p:cNvPr name="AutoShape 18" id="18"/>
          <p:cNvSpPr/>
          <p:nvPr/>
        </p:nvSpPr>
        <p:spPr>
          <a:xfrm>
            <a:off x="4729627" y="8751399"/>
            <a:ext cx="7325534" cy="878645"/>
          </a:xfrm>
          <a:prstGeom prst="line">
            <a:avLst/>
          </a:prstGeom>
          <a:ln cap="flat" w="38100">
            <a:solidFill>
              <a:srgbClr val="000000"/>
            </a:solidFill>
            <a:prstDash val="lgDash"/>
            <a:headEnd type="none" len="sm" w="sm"/>
            <a:tailEnd type="arrow" len="sm" w="med"/>
          </a:ln>
        </p:spPr>
      </p:sp>
      <p:sp>
        <p:nvSpPr>
          <p:cNvPr name="Freeform 19" id="19"/>
          <p:cNvSpPr/>
          <p:nvPr/>
        </p:nvSpPr>
        <p:spPr>
          <a:xfrm flipH="false" flipV="false" rot="0">
            <a:off x="12256308" y="8751399"/>
            <a:ext cx="1078182" cy="1189718"/>
          </a:xfrm>
          <a:custGeom>
            <a:avLst/>
            <a:gdLst/>
            <a:ahLst/>
            <a:cxnLst/>
            <a:rect r="r" b="b" t="t" l="l"/>
            <a:pathLst>
              <a:path h="1189718" w="1078182">
                <a:moveTo>
                  <a:pt x="0" y="0"/>
                </a:moveTo>
                <a:lnTo>
                  <a:pt x="1078182" y="0"/>
                </a:lnTo>
                <a:lnTo>
                  <a:pt x="1078182" y="1189718"/>
                </a:lnTo>
                <a:lnTo>
                  <a:pt x="0" y="118971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570197">
            <a:off x="13460880" y="1794389"/>
            <a:ext cx="479265" cy="652061"/>
          </a:xfrm>
          <a:custGeom>
            <a:avLst/>
            <a:gdLst/>
            <a:ahLst/>
            <a:cxnLst/>
            <a:rect r="r" b="b" t="t" l="l"/>
            <a:pathLst>
              <a:path h="652061" w="479265">
                <a:moveTo>
                  <a:pt x="0" y="0"/>
                </a:moveTo>
                <a:lnTo>
                  <a:pt x="479265" y="0"/>
                </a:lnTo>
                <a:lnTo>
                  <a:pt x="479265" y="652061"/>
                </a:lnTo>
                <a:lnTo>
                  <a:pt x="0" y="65206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982896" y="151130"/>
            <a:ext cx="3146822" cy="863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000"/>
              </a:lnSpc>
              <a:spcBef>
                <a:spcPct val="0"/>
              </a:spcBef>
            </a:pPr>
            <a:r>
              <a:rPr lang="en-US" b="true" sz="500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Road Map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370332" y="2113984"/>
            <a:ext cx="6252261" cy="17077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378645" indent="-189323" lvl="1">
              <a:lnSpc>
                <a:spcPts val="3507"/>
              </a:lnSpc>
              <a:buAutoNum type="arabicPeriod" startAt="1"/>
            </a:pPr>
            <a:r>
              <a:rPr lang="en-US" b="true" sz="1753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PLANIFICACIÓN E INICIO DEL PROYECTO.</a:t>
            </a:r>
          </a:p>
          <a:p>
            <a:pPr algn="just" marL="378645" indent="-189323" lvl="1">
              <a:lnSpc>
                <a:spcPts val="3507"/>
              </a:lnSpc>
              <a:buAutoNum type="arabicPeriod" startAt="1"/>
            </a:pPr>
            <a:r>
              <a:rPr lang="en-US" b="true" sz="1753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DEFINICIÓN DE REQUISITOS Y MODELADO DE DATOS.</a:t>
            </a:r>
          </a:p>
          <a:p>
            <a:pPr algn="just" marL="378645" indent="-189323" lvl="1">
              <a:lnSpc>
                <a:spcPts val="3507"/>
              </a:lnSpc>
              <a:buAutoNum type="arabicPeriod" startAt="1"/>
            </a:pPr>
            <a:r>
              <a:rPr lang="en-US" b="true" sz="1753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DISEÑO ARQUITECTÓNICO Y DE INTERFAZ (UX/UI).</a:t>
            </a:r>
          </a:p>
          <a:p>
            <a:pPr algn="just" marL="378645" indent="-189323" lvl="1">
              <a:lnSpc>
                <a:spcPts val="3507"/>
              </a:lnSpc>
              <a:buAutoNum type="arabicPeriod" startAt="1"/>
            </a:pPr>
            <a:r>
              <a:rPr lang="en-US" b="true" sz="1753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PREPARACIÓN DEL ENTORNO TECNOLÓGICO.</a:t>
            </a:r>
          </a:p>
        </p:txBody>
      </p:sp>
      <p:sp>
        <p:nvSpPr>
          <p:cNvPr name="Freeform 23" id="23"/>
          <p:cNvSpPr/>
          <p:nvPr/>
        </p:nvSpPr>
        <p:spPr>
          <a:xfrm flipH="false" flipV="false" rot="-1029998">
            <a:off x="4117079" y="5668759"/>
            <a:ext cx="479265" cy="652061"/>
          </a:xfrm>
          <a:custGeom>
            <a:avLst/>
            <a:gdLst/>
            <a:ahLst/>
            <a:cxnLst/>
            <a:rect r="r" b="b" t="t" l="l"/>
            <a:pathLst>
              <a:path h="652061" w="479265">
                <a:moveTo>
                  <a:pt x="0" y="0"/>
                </a:moveTo>
                <a:lnTo>
                  <a:pt x="479265" y="0"/>
                </a:lnTo>
                <a:lnTo>
                  <a:pt x="479265" y="652061"/>
                </a:lnTo>
                <a:lnTo>
                  <a:pt x="0" y="65206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1951719" y="6899974"/>
            <a:ext cx="4670873" cy="17077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378645" indent="-189323" lvl="1">
              <a:lnSpc>
                <a:spcPts val="3507"/>
              </a:lnSpc>
              <a:buAutoNum type="arabicPeriod" startAt="1"/>
            </a:pPr>
            <a:r>
              <a:rPr lang="en-US" b="true" sz="1753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GENERACIÓN DE DOCUMENTACIÓN.</a:t>
            </a:r>
          </a:p>
          <a:p>
            <a:pPr algn="just" marL="378645" indent="-189323" lvl="1">
              <a:lnSpc>
                <a:spcPts val="3507"/>
              </a:lnSpc>
              <a:buAutoNum type="arabicPeriod" startAt="1"/>
            </a:pPr>
            <a:r>
              <a:rPr lang="en-US" b="true" sz="1753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REVISIÓN Y APROBACIÓN DE LA DOCUMENTACIÓN.</a:t>
            </a:r>
          </a:p>
          <a:p>
            <a:pPr algn="just" marL="378645" indent="-189323" lvl="1">
              <a:lnSpc>
                <a:spcPts val="3507"/>
              </a:lnSpc>
              <a:buAutoNum type="arabicPeriod" startAt="1"/>
            </a:pPr>
            <a:r>
              <a:rPr lang="en-US" b="true" sz="1753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CIERRE Y PUESTA EN PRODUCCIÓN.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1131590" y="1484126"/>
            <a:ext cx="4729745" cy="446751"/>
            <a:chOff x="0" y="0"/>
            <a:chExt cx="6306326" cy="595667"/>
          </a:xfrm>
        </p:grpSpPr>
        <p:sp>
          <p:nvSpPr>
            <p:cNvPr name="TextBox 26" id="26"/>
            <p:cNvSpPr txBox="true"/>
            <p:nvPr/>
          </p:nvSpPr>
          <p:spPr>
            <a:xfrm rot="0">
              <a:off x="0" y="-57150"/>
              <a:ext cx="1593715" cy="6528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4104"/>
                </a:lnSpc>
                <a:spcBef>
                  <a:spcPct val="0"/>
                </a:spcBef>
              </a:pPr>
              <a:r>
                <a:rPr lang="en-US" b="true" sz="2932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Fase 1</a:t>
              </a:r>
            </a:p>
          </p:txBody>
        </p:sp>
        <p:sp>
          <p:nvSpPr>
            <p:cNvPr name="TextBox 27" id="27"/>
            <p:cNvSpPr txBox="true"/>
            <p:nvPr/>
          </p:nvSpPr>
          <p:spPr>
            <a:xfrm rot="0">
              <a:off x="2172479" y="-10909"/>
              <a:ext cx="4133847" cy="47996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3507"/>
                </a:lnSpc>
              </a:pPr>
              <a:r>
                <a:rPr lang="en-US" b="true" sz="1753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4 AGOSTO - 7 SEPTIEMBRE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980813" y="6462748"/>
            <a:ext cx="5050274" cy="446751"/>
            <a:chOff x="0" y="0"/>
            <a:chExt cx="6733699" cy="595667"/>
          </a:xfrm>
        </p:grpSpPr>
        <p:sp>
          <p:nvSpPr>
            <p:cNvPr name="TextBox 29" id="29"/>
            <p:cNvSpPr txBox="true"/>
            <p:nvPr/>
          </p:nvSpPr>
          <p:spPr>
            <a:xfrm rot="0">
              <a:off x="0" y="-57150"/>
              <a:ext cx="1593715" cy="6528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4104"/>
                </a:lnSpc>
                <a:spcBef>
                  <a:spcPct val="0"/>
                </a:spcBef>
              </a:pPr>
              <a:r>
                <a:rPr lang="en-US" b="true" sz="2932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Fase 3</a:t>
              </a:r>
            </a:p>
          </p:txBody>
        </p:sp>
        <p:sp>
          <p:nvSpPr>
            <p:cNvPr name="TextBox 30" id="30"/>
            <p:cNvSpPr txBox="true"/>
            <p:nvPr/>
          </p:nvSpPr>
          <p:spPr>
            <a:xfrm rot="0">
              <a:off x="2172479" y="-10909"/>
              <a:ext cx="4561220" cy="47996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3507"/>
                </a:lnSpc>
              </a:pPr>
              <a:r>
                <a:rPr lang="en-US" b="true" sz="1753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20 NOVIEMBRE - 9 DICIEMBRE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9619929" y="2579091"/>
            <a:ext cx="6628286" cy="3151802"/>
            <a:chOff x="0" y="0"/>
            <a:chExt cx="1867496" cy="888009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867496" cy="888009"/>
            </a:xfrm>
            <a:custGeom>
              <a:avLst/>
              <a:gdLst/>
              <a:ahLst/>
              <a:cxnLst/>
              <a:rect r="r" b="b" t="t" l="l"/>
              <a:pathLst>
                <a:path h="888009" w="1867496">
                  <a:moveTo>
                    <a:pt x="23360" y="0"/>
                  </a:moveTo>
                  <a:lnTo>
                    <a:pt x="1844136" y="0"/>
                  </a:lnTo>
                  <a:cubicBezTo>
                    <a:pt x="1850331" y="0"/>
                    <a:pt x="1856273" y="2461"/>
                    <a:pt x="1860654" y="6842"/>
                  </a:cubicBezTo>
                  <a:cubicBezTo>
                    <a:pt x="1865035" y="11223"/>
                    <a:pt x="1867496" y="17165"/>
                    <a:pt x="1867496" y="23360"/>
                  </a:cubicBezTo>
                  <a:lnTo>
                    <a:pt x="1867496" y="864649"/>
                  </a:lnTo>
                  <a:cubicBezTo>
                    <a:pt x="1867496" y="877550"/>
                    <a:pt x="1857037" y="888009"/>
                    <a:pt x="1844136" y="888009"/>
                  </a:cubicBezTo>
                  <a:lnTo>
                    <a:pt x="23360" y="888009"/>
                  </a:lnTo>
                  <a:cubicBezTo>
                    <a:pt x="17165" y="888009"/>
                    <a:pt x="11223" y="885548"/>
                    <a:pt x="6842" y="881167"/>
                  </a:cubicBezTo>
                  <a:cubicBezTo>
                    <a:pt x="2461" y="876786"/>
                    <a:pt x="0" y="870844"/>
                    <a:pt x="0" y="864649"/>
                  </a:cubicBezTo>
                  <a:lnTo>
                    <a:pt x="0" y="23360"/>
                  </a:lnTo>
                  <a:cubicBezTo>
                    <a:pt x="0" y="10459"/>
                    <a:pt x="10459" y="0"/>
                    <a:pt x="23360" y="0"/>
                  </a:cubicBezTo>
                  <a:close/>
                </a:path>
              </a:pathLst>
            </a:custGeom>
            <a:solidFill>
              <a:srgbClr val="122A40"/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0" y="0"/>
              <a:ext cx="1867496" cy="888009"/>
            </a:xfrm>
            <a:prstGeom prst="rect">
              <a:avLst/>
            </a:prstGeom>
          </p:spPr>
          <p:txBody>
            <a:bodyPr anchor="ctr" rtlCol="false" tIns="47487" lIns="47487" bIns="47487" rIns="47487"/>
            <a:lstStyle/>
            <a:p>
              <a:pPr algn="ctr">
                <a:lnSpc>
                  <a:spcPts val="2321"/>
                </a:lnSpc>
              </a:pPr>
            </a:p>
          </p:txBody>
        </p:sp>
      </p:grpSp>
      <p:sp>
        <p:nvSpPr>
          <p:cNvPr name="TextBox 34" id="34"/>
          <p:cNvSpPr txBox="true"/>
          <p:nvPr/>
        </p:nvSpPr>
        <p:spPr>
          <a:xfrm rot="0">
            <a:off x="10283753" y="3145251"/>
            <a:ext cx="5300638" cy="21459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378645" indent="-189323" lvl="1">
              <a:lnSpc>
                <a:spcPts val="3507"/>
              </a:lnSpc>
              <a:buAutoNum type="arabicPeriod" startAt="1"/>
            </a:pPr>
            <a:r>
              <a:rPr lang="en-US" b="true" sz="1753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MÓDULO DE AUTENTICACIÓN.</a:t>
            </a:r>
          </a:p>
          <a:p>
            <a:pPr algn="just" marL="378645" indent="-189323" lvl="1">
              <a:lnSpc>
                <a:spcPts val="3507"/>
              </a:lnSpc>
              <a:buAutoNum type="arabicPeriod" startAt="1"/>
            </a:pPr>
            <a:r>
              <a:rPr lang="en-US" b="true" sz="1753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GENERACIÓN DE ARCHIVOS DIGITALIZADOS.</a:t>
            </a:r>
          </a:p>
          <a:p>
            <a:pPr algn="just" marL="378645" indent="-189323" lvl="1">
              <a:lnSpc>
                <a:spcPts val="3507"/>
              </a:lnSpc>
              <a:buAutoNum type="arabicPeriod" startAt="1"/>
            </a:pPr>
            <a:r>
              <a:rPr lang="en-US" b="true" sz="1753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CRUD DE LAS GESTIONES PRINCIPALES.</a:t>
            </a:r>
          </a:p>
          <a:p>
            <a:pPr algn="just" marL="378645" indent="-189323" lvl="1">
              <a:lnSpc>
                <a:spcPts val="3507"/>
              </a:lnSpc>
              <a:buAutoNum type="arabicPeriod" startAt="1"/>
            </a:pPr>
            <a:r>
              <a:rPr lang="en-US" b="true" sz="1753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ADECUACIÓN DE FILTROS.</a:t>
            </a:r>
          </a:p>
          <a:p>
            <a:pPr algn="just" marL="378645" indent="-189323" lvl="1">
              <a:lnSpc>
                <a:spcPts val="3507"/>
              </a:lnSpc>
              <a:buAutoNum type="arabicPeriod" startAt="1"/>
            </a:pPr>
            <a:r>
              <a:rPr lang="en-US" b="true" sz="1753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PERFILES, PERMISOS, FIRMA ELECTRÓNICA.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10534116" y="2622300"/>
            <a:ext cx="5050274" cy="446751"/>
            <a:chOff x="0" y="0"/>
            <a:chExt cx="6733699" cy="595667"/>
          </a:xfrm>
        </p:grpSpPr>
        <p:sp>
          <p:nvSpPr>
            <p:cNvPr name="TextBox 36" id="36"/>
            <p:cNvSpPr txBox="true"/>
            <p:nvPr/>
          </p:nvSpPr>
          <p:spPr>
            <a:xfrm rot="0">
              <a:off x="0" y="-57150"/>
              <a:ext cx="1593715" cy="6528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4104"/>
                </a:lnSpc>
                <a:spcBef>
                  <a:spcPct val="0"/>
                </a:spcBef>
              </a:pPr>
              <a:r>
                <a:rPr lang="en-US" b="true" sz="2932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Fase 2</a:t>
              </a:r>
            </a:p>
          </p:txBody>
        </p:sp>
        <p:sp>
          <p:nvSpPr>
            <p:cNvPr name="TextBox 37" id="37"/>
            <p:cNvSpPr txBox="true"/>
            <p:nvPr/>
          </p:nvSpPr>
          <p:spPr>
            <a:xfrm rot="0">
              <a:off x="2172479" y="-10909"/>
              <a:ext cx="4561220" cy="47996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3507"/>
                </a:lnSpc>
              </a:pPr>
              <a:r>
                <a:rPr lang="en-US" b="true" sz="1753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8 SEPTIEMBRE - 19 NOVIEMBRE</a:t>
              </a:r>
            </a:p>
          </p:txBody>
        </p:sp>
      </p:grpSp>
    </p:spTree>
  </p:cSld>
  <p:clrMapOvr>
    <a:masterClrMapping/>
  </p:clrMapOvr>
  <p:transition spd="slow">
    <p:fade/>
  </p:transition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10399873">
            <a:off x="-2360410" y="-1037504"/>
            <a:ext cx="21189973" cy="7166188"/>
          </a:xfrm>
          <a:custGeom>
            <a:avLst/>
            <a:gdLst/>
            <a:ahLst/>
            <a:cxnLst/>
            <a:rect r="r" b="b" t="t" l="l"/>
            <a:pathLst>
              <a:path h="7166188" w="21189973">
                <a:moveTo>
                  <a:pt x="0" y="0"/>
                </a:moveTo>
                <a:lnTo>
                  <a:pt x="21189974" y="0"/>
                </a:lnTo>
                <a:lnTo>
                  <a:pt x="21189974" y="7166188"/>
                </a:lnTo>
                <a:lnTo>
                  <a:pt x="0" y="716618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314780" y="805923"/>
            <a:ext cx="5561006" cy="792054"/>
            <a:chOff x="0" y="0"/>
            <a:chExt cx="1464627" cy="20860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464627" cy="208607"/>
            </a:xfrm>
            <a:custGeom>
              <a:avLst/>
              <a:gdLst/>
              <a:ahLst/>
              <a:cxnLst/>
              <a:rect r="r" b="b" t="t" l="l"/>
              <a:pathLst>
                <a:path h="208607" w="1464627">
                  <a:moveTo>
                    <a:pt x="0" y="0"/>
                  </a:moveTo>
                  <a:lnTo>
                    <a:pt x="1464627" y="0"/>
                  </a:lnTo>
                  <a:lnTo>
                    <a:pt x="1464627" y="208607"/>
                  </a:lnTo>
                  <a:lnTo>
                    <a:pt x="0" y="208607"/>
                  </a:lnTo>
                  <a:close/>
                </a:path>
              </a:pathLst>
            </a:custGeom>
            <a:solidFill>
              <a:srgbClr val="122A4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0"/>
              <a:ext cx="1464627" cy="2086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21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4873363" y="456016"/>
            <a:ext cx="1491866" cy="1491866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AD0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anchor="ctr" rtlCol="false" tIns="22884" lIns="22884" bIns="22884" rIns="22884"/>
            <a:lstStyle/>
            <a:p>
              <a:pPr algn="ctr">
                <a:lnSpc>
                  <a:spcPts val="2321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5062558" y="645211"/>
            <a:ext cx="1113476" cy="1113476"/>
          </a:xfrm>
          <a:custGeom>
            <a:avLst/>
            <a:gdLst/>
            <a:ahLst/>
            <a:cxnLst/>
            <a:rect r="r" b="b" t="t" l="l"/>
            <a:pathLst>
              <a:path h="1113476" w="1113476">
                <a:moveTo>
                  <a:pt x="0" y="0"/>
                </a:moveTo>
                <a:lnTo>
                  <a:pt x="1113476" y="0"/>
                </a:lnTo>
                <a:lnTo>
                  <a:pt x="1113476" y="1113477"/>
                </a:lnTo>
                <a:lnTo>
                  <a:pt x="0" y="111347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897956" y="2108942"/>
            <a:ext cx="15170615" cy="7656341"/>
          </a:xfrm>
          <a:custGeom>
            <a:avLst/>
            <a:gdLst/>
            <a:ahLst/>
            <a:cxnLst/>
            <a:rect r="r" b="b" t="t" l="l"/>
            <a:pathLst>
              <a:path h="7656341" w="15170615">
                <a:moveTo>
                  <a:pt x="0" y="0"/>
                </a:moveTo>
                <a:lnTo>
                  <a:pt x="15170616" y="0"/>
                </a:lnTo>
                <a:lnTo>
                  <a:pt x="15170616" y="7656340"/>
                </a:lnTo>
                <a:lnTo>
                  <a:pt x="0" y="765634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92" t="0" r="-92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3802578" y="7997957"/>
            <a:ext cx="1202107" cy="939146"/>
          </a:xfrm>
          <a:custGeom>
            <a:avLst/>
            <a:gdLst/>
            <a:ahLst/>
            <a:cxnLst/>
            <a:rect r="r" b="b" t="t" l="l"/>
            <a:pathLst>
              <a:path h="939146" w="1202107">
                <a:moveTo>
                  <a:pt x="0" y="0"/>
                </a:moveTo>
                <a:lnTo>
                  <a:pt x="1202107" y="0"/>
                </a:lnTo>
                <a:lnTo>
                  <a:pt x="1202107" y="939145"/>
                </a:lnTo>
                <a:lnTo>
                  <a:pt x="0" y="93914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237989" y="701148"/>
            <a:ext cx="4455468" cy="863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000"/>
              </a:lnSpc>
              <a:spcBef>
                <a:spcPct val="0"/>
              </a:spcBef>
            </a:pPr>
            <a:r>
              <a:rPr lang="en-US" b="true" sz="500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Demostración</a:t>
            </a:r>
          </a:p>
        </p:txBody>
      </p:sp>
    </p:spTree>
  </p:cSld>
  <p:clrMapOvr>
    <a:masterClrMapping/>
  </p:clrMapOvr>
  <p:transition spd="slow">
    <p:fade/>
  </p:transition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83475" y="536038"/>
            <a:ext cx="5787097" cy="985325"/>
            <a:chOff x="0" y="0"/>
            <a:chExt cx="1524174" cy="25950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24174" cy="259509"/>
            </a:xfrm>
            <a:custGeom>
              <a:avLst/>
              <a:gdLst/>
              <a:ahLst/>
              <a:cxnLst/>
              <a:rect r="r" b="b" t="t" l="l"/>
              <a:pathLst>
                <a:path h="259509" w="1524174">
                  <a:moveTo>
                    <a:pt x="0" y="0"/>
                  </a:moveTo>
                  <a:lnTo>
                    <a:pt x="1524174" y="0"/>
                  </a:lnTo>
                  <a:lnTo>
                    <a:pt x="1524174" y="259509"/>
                  </a:lnTo>
                  <a:lnTo>
                    <a:pt x="0" y="259509"/>
                  </a:lnTo>
                  <a:close/>
                </a:path>
              </a:pathLst>
            </a:custGeom>
            <a:solidFill>
              <a:srgbClr val="122A4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1524174" cy="2595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21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true" rot="9497715">
            <a:off x="-816038" y="2455256"/>
            <a:ext cx="23068060" cy="7425503"/>
          </a:xfrm>
          <a:custGeom>
            <a:avLst/>
            <a:gdLst/>
            <a:ahLst/>
            <a:cxnLst/>
            <a:rect r="r" b="b" t="t" l="l"/>
            <a:pathLst>
              <a:path h="7425503" w="23068060">
                <a:moveTo>
                  <a:pt x="0" y="7425503"/>
                </a:moveTo>
                <a:lnTo>
                  <a:pt x="23068060" y="7425503"/>
                </a:lnTo>
                <a:lnTo>
                  <a:pt x="23068060" y="0"/>
                </a:lnTo>
                <a:lnTo>
                  <a:pt x="0" y="0"/>
                </a:lnTo>
                <a:lnTo>
                  <a:pt x="0" y="7425503"/>
                </a:lnTo>
                <a:close/>
              </a:path>
            </a:pathLst>
          </a:custGeom>
          <a:blipFill>
            <a:blip r:embed="rId2">
              <a:alphaModFix amt="41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4904252" y="265104"/>
            <a:ext cx="1527191" cy="1527191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AD0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21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5320391" y="526958"/>
            <a:ext cx="694913" cy="1003485"/>
          </a:xfrm>
          <a:custGeom>
            <a:avLst/>
            <a:gdLst/>
            <a:ahLst/>
            <a:cxnLst/>
            <a:rect r="r" b="b" t="t" l="l"/>
            <a:pathLst>
              <a:path h="1003485" w="694913">
                <a:moveTo>
                  <a:pt x="0" y="0"/>
                </a:moveTo>
                <a:lnTo>
                  <a:pt x="694913" y="0"/>
                </a:lnTo>
                <a:lnTo>
                  <a:pt x="694913" y="1003484"/>
                </a:lnTo>
                <a:lnTo>
                  <a:pt x="0" y="100348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736325" y="3822456"/>
            <a:ext cx="4584065" cy="2455936"/>
          </a:xfrm>
          <a:custGeom>
            <a:avLst/>
            <a:gdLst/>
            <a:ahLst/>
            <a:cxnLst/>
            <a:rect r="r" b="b" t="t" l="l"/>
            <a:pathLst>
              <a:path h="2455936" w="4584065">
                <a:moveTo>
                  <a:pt x="0" y="0"/>
                </a:moveTo>
                <a:lnTo>
                  <a:pt x="4584066" y="0"/>
                </a:lnTo>
                <a:lnTo>
                  <a:pt x="4584066" y="2455936"/>
                </a:lnTo>
                <a:lnTo>
                  <a:pt x="0" y="245593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6965" t="-12594" r="0" b="-12188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3349956" y="700013"/>
            <a:ext cx="4132763" cy="3122443"/>
          </a:xfrm>
          <a:custGeom>
            <a:avLst/>
            <a:gdLst/>
            <a:ahLst/>
            <a:cxnLst/>
            <a:rect r="r" b="b" t="t" l="l"/>
            <a:pathLst>
              <a:path h="3122443" w="4132763">
                <a:moveTo>
                  <a:pt x="0" y="0"/>
                </a:moveTo>
                <a:lnTo>
                  <a:pt x="4132763" y="0"/>
                </a:lnTo>
                <a:lnTo>
                  <a:pt x="4132763" y="3122443"/>
                </a:lnTo>
                <a:lnTo>
                  <a:pt x="0" y="312244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-32356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0551446" y="4014721"/>
            <a:ext cx="7605323" cy="6098801"/>
          </a:xfrm>
          <a:custGeom>
            <a:avLst/>
            <a:gdLst/>
            <a:ahLst/>
            <a:cxnLst/>
            <a:rect r="r" b="b" t="t" l="l"/>
            <a:pathLst>
              <a:path h="6098801" w="7605323">
                <a:moveTo>
                  <a:pt x="0" y="0"/>
                </a:moveTo>
                <a:lnTo>
                  <a:pt x="7605323" y="0"/>
                </a:lnTo>
                <a:lnTo>
                  <a:pt x="7605323" y="6098800"/>
                </a:lnTo>
                <a:lnTo>
                  <a:pt x="0" y="609880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-4982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5667847" y="1941404"/>
            <a:ext cx="6966784" cy="6713702"/>
            <a:chOff x="0" y="0"/>
            <a:chExt cx="1382263" cy="133205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382263" cy="1332050"/>
            </a:xfrm>
            <a:custGeom>
              <a:avLst/>
              <a:gdLst/>
              <a:ahLst/>
              <a:cxnLst/>
              <a:rect r="r" b="b" t="t" l="l"/>
              <a:pathLst>
                <a:path h="1332050" w="1382263">
                  <a:moveTo>
                    <a:pt x="56674" y="0"/>
                  </a:moveTo>
                  <a:lnTo>
                    <a:pt x="1325588" y="0"/>
                  </a:lnTo>
                  <a:cubicBezTo>
                    <a:pt x="1356889" y="0"/>
                    <a:pt x="1382263" y="25374"/>
                    <a:pt x="1382263" y="56674"/>
                  </a:cubicBezTo>
                  <a:lnTo>
                    <a:pt x="1382263" y="1275375"/>
                  </a:lnTo>
                  <a:cubicBezTo>
                    <a:pt x="1382263" y="1306676"/>
                    <a:pt x="1356889" y="1332050"/>
                    <a:pt x="1325588" y="1332050"/>
                  </a:cubicBezTo>
                  <a:lnTo>
                    <a:pt x="56674" y="1332050"/>
                  </a:lnTo>
                  <a:cubicBezTo>
                    <a:pt x="25374" y="1332050"/>
                    <a:pt x="0" y="1306676"/>
                    <a:pt x="0" y="1275375"/>
                  </a:cubicBezTo>
                  <a:lnTo>
                    <a:pt x="0" y="56674"/>
                  </a:lnTo>
                  <a:cubicBezTo>
                    <a:pt x="0" y="25374"/>
                    <a:pt x="25374" y="0"/>
                    <a:pt x="56674" y="0"/>
                  </a:cubicBezTo>
                  <a:close/>
                </a:path>
              </a:pathLst>
            </a:custGeom>
            <a:solidFill>
              <a:srgbClr val="122A40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0"/>
              <a:ext cx="1382263" cy="13320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21"/>
                </a:lnSpc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6003158" y="2013309"/>
            <a:ext cx="6631473" cy="6006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10"/>
              </a:lnSpc>
            </a:pPr>
            <a:r>
              <a:rPr lang="en-US" sz="3150" b="true">
                <a:solidFill>
                  <a:srgbClr val="F4F8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Transformación Estratégica.</a:t>
            </a:r>
          </a:p>
          <a:p>
            <a:pPr algn="l">
              <a:lnSpc>
                <a:spcPts val="4410"/>
              </a:lnSpc>
            </a:pPr>
          </a:p>
          <a:p>
            <a:pPr algn="l">
              <a:lnSpc>
                <a:spcPts val="4410"/>
              </a:lnSpc>
            </a:pPr>
            <a:r>
              <a:rPr lang="en-US" sz="3150" b="true">
                <a:solidFill>
                  <a:srgbClr val="F4F8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Digitalización Total.</a:t>
            </a:r>
          </a:p>
          <a:p>
            <a:pPr algn="l">
              <a:lnSpc>
                <a:spcPts val="4410"/>
              </a:lnSpc>
            </a:pPr>
          </a:p>
          <a:p>
            <a:pPr algn="l">
              <a:lnSpc>
                <a:spcPts val="4410"/>
              </a:lnSpc>
            </a:pPr>
            <a:r>
              <a:rPr lang="en-US" sz="3150" b="true">
                <a:solidFill>
                  <a:srgbClr val="F4F8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Cumplimiento Legal.</a:t>
            </a:r>
          </a:p>
          <a:p>
            <a:pPr algn="l">
              <a:lnSpc>
                <a:spcPts val="4410"/>
              </a:lnSpc>
            </a:pPr>
          </a:p>
          <a:p>
            <a:pPr algn="l">
              <a:lnSpc>
                <a:spcPts val="4410"/>
              </a:lnSpc>
            </a:pPr>
            <a:r>
              <a:rPr lang="en-US" sz="3150" b="true">
                <a:solidFill>
                  <a:srgbClr val="F4F8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Agilidad Operacional.</a:t>
            </a:r>
          </a:p>
          <a:p>
            <a:pPr algn="l">
              <a:lnSpc>
                <a:spcPts val="4410"/>
              </a:lnSpc>
            </a:pPr>
          </a:p>
          <a:p>
            <a:pPr algn="l">
              <a:lnSpc>
                <a:spcPts val="4410"/>
              </a:lnSpc>
            </a:pPr>
            <a:r>
              <a:rPr lang="en-US" sz="3150" b="true">
                <a:solidFill>
                  <a:srgbClr val="F4F8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Transparencia Consolidada.</a:t>
            </a:r>
          </a:p>
          <a:p>
            <a:pPr algn="l">
              <a:lnSpc>
                <a:spcPts val="4410"/>
              </a:lnSpc>
            </a:pPr>
          </a:p>
          <a:p>
            <a:pPr algn="l">
              <a:lnSpc>
                <a:spcPts val="4410"/>
              </a:lnSpc>
            </a:pPr>
            <a:r>
              <a:rPr lang="en-US" sz="3150" b="true">
                <a:solidFill>
                  <a:srgbClr val="F4F8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Ecosistema Moderno.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508925" y="431263"/>
            <a:ext cx="2165687" cy="961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874"/>
              </a:lnSpc>
              <a:spcBef>
                <a:spcPct val="0"/>
              </a:spcBef>
            </a:pPr>
            <a:r>
              <a:rPr lang="en-US" b="true" sz="5624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Cierre</a:t>
            </a:r>
          </a:p>
        </p:txBody>
      </p:sp>
    </p:spTree>
  </p:cSld>
  <p:clrMapOvr>
    <a:masterClrMapping/>
  </p:clrMapOvr>
  <p:transition spd="slow">
    <p:fade/>
  </p:transition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9497715">
            <a:off x="-816038" y="2455256"/>
            <a:ext cx="23068060" cy="7425503"/>
          </a:xfrm>
          <a:custGeom>
            <a:avLst/>
            <a:gdLst/>
            <a:ahLst/>
            <a:cxnLst/>
            <a:rect r="r" b="b" t="t" l="l"/>
            <a:pathLst>
              <a:path h="7425503" w="23068060">
                <a:moveTo>
                  <a:pt x="0" y="7425503"/>
                </a:moveTo>
                <a:lnTo>
                  <a:pt x="23068060" y="7425503"/>
                </a:lnTo>
                <a:lnTo>
                  <a:pt x="23068060" y="0"/>
                </a:lnTo>
                <a:lnTo>
                  <a:pt x="0" y="0"/>
                </a:lnTo>
                <a:lnTo>
                  <a:pt x="0" y="7425503"/>
                </a:lnTo>
                <a:close/>
              </a:path>
            </a:pathLst>
          </a:custGeom>
          <a:blipFill>
            <a:blip r:embed="rId2">
              <a:alphaModFix amt="41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383475" y="536038"/>
            <a:ext cx="5787097" cy="985325"/>
            <a:chOff x="0" y="0"/>
            <a:chExt cx="1524174" cy="25950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524174" cy="259509"/>
            </a:xfrm>
            <a:custGeom>
              <a:avLst/>
              <a:gdLst/>
              <a:ahLst/>
              <a:cxnLst/>
              <a:rect r="r" b="b" t="t" l="l"/>
              <a:pathLst>
                <a:path h="259509" w="1524174">
                  <a:moveTo>
                    <a:pt x="0" y="0"/>
                  </a:moveTo>
                  <a:lnTo>
                    <a:pt x="1524174" y="0"/>
                  </a:lnTo>
                  <a:lnTo>
                    <a:pt x="1524174" y="259509"/>
                  </a:lnTo>
                  <a:lnTo>
                    <a:pt x="0" y="259509"/>
                  </a:lnTo>
                  <a:close/>
                </a:path>
              </a:pathLst>
            </a:custGeom>
            <a:solidFill>
              <a:srgbClr val="122A4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0"/>
              <a:ext cx="1524174" cy="2595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21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4904252" y="265104"/>
            <a:ext cx="1527191" cy="1527191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AD0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21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5320391" y="526958"/>
            <a:ext cx="694913" cy="1003485"/>
          </a:xfrm>
          <a:custGeom>
            <a:avLst/>
            <a:gdLst/>
            <a:ahLst/>
            <a:cxnLst/>
            <a:rect r="r" b="b" t="t" l="l"/>
            <a:pathLst>
              <a:path h="1003485" w="694913">
                <a:moveTo>
                  <a:pt x="0" y="0"/>
                </a:moveTo>
                <a:lnTo>
                  <a:pt x="694913" y="0"/>
                </a:lnTo>
                <a:lnTo>
                  <a:pt x="694913" y="1003484"/>
                </a:lnTo>
                <a:lnTo>
                  <a:pt x="0" y="100348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5660608" y="2275699"/>
            <a:ext cx="6966784" cy="3449232"/>
            <a:chOff x="0" y="0"/>
            <a:chExt cx="1382263" cy="68435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382263" cy="684354"/>
            </a:xfrm>
            <a:custGeom>
              <a:avLst/>
              <a:gdLst/>
              <a:ahLst/>
              <a:cxnLst/>
              <a:rect r="r" b="b" t="t" l="l"/>
              <a:pathLst>
                <a:path h="684354" w="1382263">
                  <a:moveTo>
                    <a:pt x="56674" y="0"/>
                  </a:moveTo>
                  <a:lnTo>
                    <a:pt x="1325588" y="0"/>
                  </a:lnTo>
                  <a:cubicBezTo>
                    <a:pt x="1356889" y="0"/>
                    <a:pt x="1382263" y="25374"/>
                    <a:pt x="1382263" y="56674"/>
                  </a:cubicBezTo>
                  <a:lnTo>
                    <a:pt x="1382263" y="627679"/>
                  </a:lnTo>
                  <a:cubicBezTo>
                    <a:pt x="1382263" y="658980"/>
                    <a:pt x="1356889" y="684354"/>
                    <a:pt x="1325588" y="684354"/>
                  </a:cubicBezTo>
                  <a:lnTo>
                    <a:pt x="56674" y="684354"/>
                  </a:lnTo>
                  <a:cubicBezTo>
                    <a:pt x="25374" y="684354"/>
                    <a:pt x="0" y="658980"/>
                    <a:pt x="0" y="627679"/>
                  </a:cubicBezTo>
                  <a:lnTo>
                    <a:pt x="0" y="56674"/>
                  </a:lnTo>
                  <a:cubicBezTo>
                    <a:pt x="0" y="25374"/>
                    <a:pt x="25374" y="0"/>
                    <a:pt x="56674" y="0"/>
                  </a:cubicBezTo>
                  <a:close/>
                </a:path>
              </a:pathLst>
            </a:custGeom>
            <a:solidFill>
              <a:srgbClr val="122A40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0"/>
              <a:ext cx="1382263" cy="6843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21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6829361" y="3685361"/>
            <a:ext cx="4629279" cy="5727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6"/>
              </a:lnSpc>
            </a:pPr>
            <a:r>
              <a:rPr lang="en-US" sz="3476" b="true">
                <a:solidFill>
                  <a:srgbClr val="F4F8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Esto y mucho más es 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508925" y="440788"/>
            <a:ext cx="2002296" cy="8870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279"/>
              </a:lnSpc>
              <a:spcBef>
                <a:spcPct val="0"/>
              </a:spcBef>
            </a:pPr>
            <a:r>
              <a:rPr lang="en-US" b="true" sz="5199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Cierre</a:t>
            </a:r>
          </a:p>
        </p:txBody>
      </p:sp>
    </p:spTree>
  </p:cSld>
  <p:clrMapOvr>
    <a:masterClrMapping/>
  </p:clrMapOvr>
  <p:transition spd="slow">
    <p:fade/>
  </p:transition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9497715">
            <a:off x="-816038" y="2455256"/>
            <a:ext cx="23068060" cy="7425503"/>
          </a:xfrm>
          <a:custGeom>
            <a:avLst/>
            <a:gdLst/>
            <a:ahLst/>
            <a:cxnLst/>
            <a:rect r="r" b="b" t="t" l="l"/>
            <a:pathLst>
              <a:path h="7425503" w="23068060">
                <a:moveTo>
                  <a:pt x="0" y="7425503"/>
                </a:moveTo>
                <a:lnTo>
                  <a:pt x="23068060" y="7425503"/>
                </a:lnTo>
                <a:lnTo>
                  <a:pt x="23068060" y="0"/>
                </a:lnTo>
                <a:lnTo>
                  <a:pt x="0" y="0"/>
                </a:lnTo>
                <a:lnTo>
                  <a:pt x="0" y="7425503"/>
                </a:lnTo>
                <a:close/>
              </a:path>
            </a:pathLst>
          </a:custGeom>
          <a:blipFill>
            <a:blip r:embed="rId2">
              <a:alphaModFix amt="41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383475" y="536038"/>
            <a:ext cx="5787097" cy="985325"/>
            <a:chOff x="0" y="0"/>
            <a:chExt cx="1524174" cy="25950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524174" cy="259509"/>
            </a:xfrm>
            <a:custGeom>
              <a:avLst/>
              <a:gdLst/>
              <a:ahLst/>
              <a:cxnLst/>
              <a:rect r="r" b="b" t="t" l="l"/>
              <a:pathLst>
                <a:path h="259509" w="1524174">
                  <a:moveTo>
                    <a:pt x="0" y="0"/>
                  </a:moveTo>
                  <a:lnTo>
                    <a:pt x="1524174" y="0"/>
                  </a:lnTo>
                  <a:lnTo>
                    <a:pt x="1524174" y="259509"/>
                  </a:lnTo>
                  <a:lnTo>
                    <a:pt x="0" y="259509"/>
                  </a:lnTo>
                  <a:close/>
                </a:path>
              </a:pathLst>
            </a:custGeom>
            <a:solidFill>
              <a:srgbClr val="122A4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0"/>
              <a:ext cx="1524174" cy="2595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21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508925" y="440788"/>
            <a:ext cx="2002296" cy="8870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279"/>
              </a:lnSpc>
              <a:spcBef>
                <a:spcPct val="0"/>
              </a:spcBef>
            </a:pPr>
            <a:r>
              <a:rPr lang="en-US" b="true" sz="5199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Cierre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4904252" y="265104"/>
            <a:ext cx="1527191" cy="1527191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AD00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21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5320391" y="526958"/>
            <a:ext cx="694913" cy="1003485"/>
          </a:xfrm>
          <a:custGeom>
            <a:avLst/>
            <a:gdLst/>
            <a:ahLst/>
            <a:cxnLst/>
            <a:rect r="r" b="b" t="t" l="l"/>
            <a:pathLst>
              <a:path h="1003485" w="694913">
                <a:moveTo>
                  <a:pt x="0" y="0"/>
                </a:moveTo>
                <a:lnTo>
                  <a:pt x="694913" y="0"/>
                </a:lnTo>
                <a:lnTo>
                  <a:pt x="694913" y="1003484"/>
                </a:lnTo>
                <a:lnTo>
                  <a:pt x="0" y="100348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549661" y="7734984"/>
            <a:ext cx="5115025" cy="1276481"/>
          </a:xfrm>
          <a:custGeom>
            <a:avLst/>
            <a:gdLst/>
            <a:ahLst/>
            <a:cxnLst/>
            <a:rect r="r" b="b" t="t" l="l"/>
            <a:pathLst>
              <a:path h="1276481" w="5115025">
                <a:moveTo>
                  <a:pt x="0" y="0"/>
                </a:moveTo>
                <a:lnTo>
                  <a:pt x="5115026" y="0"/>
                </a:lnTo>
                <a:lnTo>
                  <a:pt x="5115026" y="1276482"/>
                </a:lnTo>
                <a:lnTo>
                  <a:pt x="0" y="127648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41674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4616647" y="7734984"/>
            <a:ext cx="3133279" cy="1954844"/>
          </a:xfrm>
          <a:custGeom>
            <a:avLst/>
            <a:gdLst/>
            <a:ahLst/>
            <a:cxnLst/>
            <a:rect r="r" b="b" t="t" l="l"/>
            <a:pathLst>
              <a:path h="1954844" w="3133279">
                <a:moveTo>
                  <a:pt x="0" y="0"/>
                </a:moveTo>
                <a:lnTo>
                  <a:pt x="3133279" y="0"/>
                </a:lnTo>
                <a:lnTo>
                  <a:pt x="3133279" y="1954844"/>
                </a:lnTo>
                <a:lnTo>
                  <a:pt x="0" y="195484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50729" t="-40926" r="-31868" b="-46388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5660608" y="2275699"/>
            <a:ext cx="6966784" cy="3449232"/>
            <a:chOff x="0" y="0"/>
            <a:chExt cx="1382263" cy="684354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382263" cy="684354"/>
            </a:xfrm>
            <a:custGeom>
              <a:avLst/>
              <a:gdLst/>
              <a:ahLst/>
              <a:cxnLst/>
              <a:rect r="r" b="b" t="t" l="l"/>
              <a:pathLst>
                <a:path h="684354" w="1382263">
                  <a:moveTo>
                    <a:pt x="56674" y="0"/>
                  </a:moveTo>
                  <a:lnTo>
                    <a:pt x="1325588" y="0"/>
                  </a:lnTo>
                  <a:cubicBezTo>
                    <a:pt x="1356889" y="0"/>
                    <a:pt x="1382263" y="25374"/>
                    <a:pt x="1382263" y="56674"/>
                  </a:cubicBezTo>
                  <a:lnTo>
                    <a:pt x="1382263" y="627679"/>
                  </a:lnTo>
                  <a:cubicBezTo>
                    <a:pt x="1382263" y="658980"/>
                    <a:pt x="1356889" y="684354"/>
                    <a:pt x="1325588" y="684354"/>
                  </a:cubicBezTo>
                  <a:lnTo>
                    <a:pt x="56674" y="684354"/>
                  </a:lnTo>
                  <a:cubicBezTo>
                    <a:pt x="25374" y="684354"/>
                    <a:pt x="0" y="658980"/>
                    <a:pt x="0" y="627679"/>
                  </a:cubicBezTo>
                  <a:lnTo>
                    <a:pt x="0" y="56674"/>
                  </a:lnTo>
                  <a:cubicBezTo>
                    <a:pt x="0" y="25374"/>
                    <a:pt x="25374" y="0"/>
                    <a:pt x="56674" y="0"/>
                  </a:cubicBezTo>
                  <a:close/>
                </a:path>
              </a:pathLst>
            </a:custGeom>
            <a:solidFill>
              <a:srgbClr val="122A40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0"/>
              <a:ext cx="1382263" cy="6843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21"/>
                </a:lnSpc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7012710" y="2641557"/>
            <a:ext cx="4195063" cy="5339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10"/>
              </a:lnSpc>
            </a:pPr>
            <a:r>
              <a:rPr lang="en-US" sz="3150" b="true">
                <a:solidFill>
                  <a:srgbClr val="F4F8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Esto y mucho más es 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5883045" y="3821638"/>
            <a:ext cx="6454393" cy="1034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955"/>
              </a:lnSpc>
            </a:pPr>
            <a:r>
              <a:rPr lang="en-US" sz="7103" spc="355">
                <a:solidFill>
                  <a:srgbClr val="FFAD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COREGEDOC</a:t>
            </a:r>
          </a:p>
        </p:txBody>
      </p:sp>
    </p:spTree>
  </p:cSld>
  <p:clrMapOvr>
    <a:masterClrMapping/>
  </p:clrMapOvr>
  <p:transition spd="slow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DAFeq8hiLF8</dc:identifier>
  <dcterms:modified xsi:type="dcterms:W3CDTF">2011-08-01T06:04:30Z</dcterms:modified>
  <cp:revision>1</cp:revision>
  <dc:title>Presentación Proyecto</dc:title>
</cp:coreProperties>
</file>