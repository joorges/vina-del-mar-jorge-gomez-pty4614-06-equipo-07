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6858000" cy="9144000"/>
  <p:embeddedFontLst>
    <p:embeddedFont>
      <p:font typeface="Anton"/>
      <p:regular r:id="rId27"/>
    </p:embeddedFont>
    <p:embeddedFont>
      <p:font typeface="League Spartan"/>
      <p:regular r:id="rId28"/>
      <p:bold r:id="rId29"/>
    </p:embeddedFont>
    <p:embeddedFont>
      <p:font typeface="Arimo"/>
      <p:regular r:id="rId30"/>
      <p:bold r:id="rId31"/>
      <p:italic r:id="rId32"/>
      <p:boldItalic r:id="rId33"/>
    </p:embeddedFont>
    <p:embeddedFont>
      <p:font typeface="Montserrat"/>
      <p:bold r:id="rId34"/>
      <p:boldItalic r:id="rId35"/>
    </p:embeddedFont>
    <p:embeddedFont>
      <p:font typeface="Open Sans ExtraBold"/>
      <p:bold r:id="rId36"/>
      <p:boldItalic r:id="rId37"/>
    </p:embeddedFont>
    <p:embeddedFont>
      <p:font typeface="Questrial"/>
      <p:regular r:id="rId38"/>
    </p:embeddedFont>
    <p:embeddedFont>
      <p:font typeface="Open Sans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hBj5c7nP6JNL4q33WK7NPihjI1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eagueSpartan-regular.fntdata"/><Relationship Id="rId27" Type="http://schemas.openxmlformats.org/officeDocument/2006/relationships/font" Target="fonts/Anton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eagueSpartan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-bold.fntdata"/><Relationship Id="rId30" Type="http://schemas.openxmlformats.org/officeDocument/2006/relationships/font" Target="fonts/Arimo-regular.fntdata"/><Relationship Id="rId11" Type="http://schemas.openxmlformats.org/officeDocument/2006/relationships/slide" Target="slides/slide6.xml"/><Relationship Id="rId33" Type="http://schemas.openxmlformats.org/officeDocument/2006/relationships/font" Target="fonts/Arimo-boldItalic.fntdata"/><Relationship Id="rId10" Type="http://schemas.openxmlformats.org/officeDocument/2006/relationships/slide" Target="slides/slide5.xml"/><Relationship Id="rId32" Type="http://schemas.openxmlformats.org/officeDocument/2006/relationships/font" Target="fonts/Arimo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OpenSansExtraBold-boldItalic.fntdata"/><Relationship Id="rId14" Type="http://schemas.openxmlformats.org/officeDocument/2006/relationships/slide" Target="slides/slide9.xml"/><Relationship Id="rId36" Type="http://schemas.openxmlformats.org/officeDocument/2006/relationships/font" Target="fonts/OpenSansExtraBold-bold.fntdata"/><Relationship Id="rId17" Type="http://schemas.openxmlformats.org/officeDocument/2006/relationships/slide" Target="slides/slide12.xml"/><Relationship Id="rId39" Type="http://schemas.openxmlformats.org/officeDocument/2006/relationships/font" Target="fonts/OpenSans-bold.fntdata"/><Relationship Id="rId16" Type="http://schemas.openxmlformats.org/officeDocument/2006/relationships/slide" Target="slides/slide11.xml"/><Relationship Id="rId38" Type="http://schemas.openxmlformats.org/officeDocument/2006/relationships/font" Target="fonts/Questrial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4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17.png"/><Relationship Id="rId5" Type="http://schemas.openxmlformats.org/officeDocument/2006/relationships/image" Target="../media/image3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56.png"/><Relationship Id="rId5" Type="http://schemas.openxmlformats.org/officeDocument/2006/relationships/image" Target="../media/image44.png"/><Relationship Id="rId6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43.png"/><Relationship Id="rId13" Type="http://schemas.openxmlformats.org/officeDocument/2006/relationships/image" Target="../media/image45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Relationship Id="rId9" Type="http://schemas.openxmlformats.org/officeDocument/2006/relationships/image" Target="../media/image51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40.png"/><Relationship Id="rId8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39.png"/><Relationship Id="rId5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55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Relationship Id="rId9" Type="http://schemas.openxmlformats.org/officeDocument/2006/relationships/image" Target="../media/image58.jpg"/><Relationship Id="rId5" Type="http://schemas.openxmlformats.org/officeDocument/2006/relationships/image" Target="../media/image54.png"/><Relationship Id="rId6" Type="http://schemas.openxmlformats.org/officeDocument/2006/relationships/image" Target="../media/image59.png"/><Relationship Id="rId7" Type="http://schemas.openxmlformats.org/officeDocument/2006/relationships/image" Target="../media/image61.png"/><Relationship Id="rId8" Type="http://schemas.openxmlformats.org/officeDocument/2006/relationships/image" Target="../media/image6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Relationship Id="rId4" Type="http://schemas.openxmlformats.org/officeDocument/2006/relationships/image" Target="../media/image60.png"/><Relationship Id="rId5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7.png"/><Relationship Id="rId4" Type="http://schemas.openxmlformats.org/officeDocument/2006/relationships/image" Target="../media/image60.png"/><Relationship Id="rId5" Type="http://schemas.openxmlformats.org/officeDocument/2006/relationships/image" Target="../media/image70.png"/><Relationship Id="rId6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8.png"/><Relationship Id="rId4" Type="http://schemas.openxmlformats.org/officeDocument/2006/relationships/image" Target="../media/image71.png"/><Relationship Id="rId5" Type="http://schemas.openxmlformats.org/officeDocument/2006/relationships/image" Target="../media/image78.png"/><Relationship Id="rId6" Type="http://schemas.openxmlformats.org/officeDocument/2006/relationships/image" Target="../media/image6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9.png"/><Relationship Id="rId6" Type="http://schemas.openxmlformats.org/officeDocument/2006/relationships/image" Target="../media/image77.png"/><Relationship Id="rId7" Type="http://schemas.openxmlformats.org/officeDocument/2006/relationships/image" Target="../media/image7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218" l="0" r="-31981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607244" y="1028700"/>
            <a:ext cx="15258099" cy="8229600"/>
          </a:xfrm>
          <a:custGeom>
            <a:rect b="b" l="l" r="r" t="t"/>
            <a:pathLst>
              <a:path extrusionOk="0" h="3002180" w="5566196">
                <a:moveTo>
                  <a:pt x="0" y="0"/>
                </a:moveTo>
                <a:lnTo>
                  <a:pt x="5566196" y="0"/>
                </a:lnTo>
                <a:lnTo>
                  <a:pt x="5566196" y="3002180"/>
                </a:lnTo>
                <a:lnTo>
                  <a:pt x="0" y="3002180"/>
                </a:lnTo>
                <a:close/>
              </a:path>
            </a:pathLst>
          </a:custGeom>
          <a:solidFill>
            <a:srgbClr val="F4F8FF">
              <a:alpha val="90588"/>
            </a:srgbClr>
          </a:solid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4580250" y="7918637"/>
            <a:ext cx="2285093" cy="1337590"/>
          </a:xfrm>
          <a:custGeom>
            <a:rect b="b" l="l" r="r" t="t"/>
            <a:pathLst>
              <a:path extrusionOk="0" h="1337590" w="2285093">
                <a:moveTo>
                  <a:pt x="0" y="0"/>
                </a:moveTo>
                <a:lnTo>
                  <a:pt x="2285093" y="0"/>
                </a:lnTo>
                <a:lnTo>
                  <a:pt x="2285093" y="1337590"/>
                </a:lnTo>
                <a:lnTo>
                  <a:pt x="0" y="1337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2407" l="-59765" r="-33774" t="-5921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753420" y="8115929"/>
            <a:ext cx="3696519" cy="943005"/>
          </a:xfrm>
          <a:custGeom>
            <a:rect b="b" l="l" r="r" t="t"/>
            <a:pathLst>
              <a:path extrusionOk="0" h="943005" w="3696519">
                <a:moveTo>
                  <a:pt x="0" y="0"/>
                </a:moveTo>
                <a:lnTo>
                  <a:pt x="3696519" y="0"/>
                </a:lnTo>
                <a:lnTo>
                  <a:pt x="3696519" y="943005"/>
                </a:lnTo>
                <a:lnTo>
                  <a:pt x="0" y="943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222" r="0" t="-41671"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2788353" y="1878151"/>
            <a:ext cx="12711294" cy="3043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3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GESTOR DOCUMENTAL DEL CONSEJO REGIONAL DE VALPARAÍSO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372407" y="6575442"/>
            <a:ext cx="3543185" cy="358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67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PROYECTO DE TÍTULO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3173262" y="7263501"/>
            <a:ext cx="11941476" cy="513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7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Génesis Contreras         Jorge Sepúlveda            Pedro Vergara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5916803" y="5541247"/>
            <a:ext cx="6454393" cy="103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3" u="none" cap="none" strike="noStrike">
                <a:solidFill>
                  <a:srgbClr val="008DC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COREGEDOC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 flipH="1" rot="-10216323">
            <a:off x="-912175" y="3743309"/>
            <a:ext cx="25860033" cy="8745545"/>
          </a:xfrm>
          <a:custGeom>
            <a:rect b="b" l="l" r="r" t="t"/>
            <a:pathLst>
              <a:path extrusionOk="0" h="8745545" w="25860033">
                <a:moveTo>
                  <a:pt x="25860033" y="0"/>
                </a:moveTo>
                <a:lnTo>
                  <a:pt x="0" y="0"/>
                </a:lnTo>
                <a:lnTo>
                  <a:pt x="0" y="8745545"/>
                </a:lnTo>
                <a:lnTo>
                  <a:pt x="25860033" y="8745545"/>
                </a:lnTo>
                <a:lnTo>
                  <a:pt x="25860033" y="0"/>
                </a:lnTo>
                <a:close/>
              </a:path>
            </a:pathLst>
          </a:custGeom>
          <a:blipFill rotWithShape="1">
            <a:blip r:embed="rId3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7" name="Google Shape;97;p2"/>
          <p:cNvGrpSpPr/>
          <p:nvPr/>
        </p:nvGrpSpPr>
        <p:grpSpPr>
          <a:xfrm>
            <a:off x="-987409" y="1128737"/>
            <a:ext cx="5787097" cy="985325"/>
            <a:chOff x="0" y="0"/>
            <a:chExt cx="1524174" cy="259509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1524174" cy="259509"/>
            </a:xfrm>
            <a:custGeom>
              <a:rect b="b" l="l" r="r" t="t"/>
              <a:pathLst>
                <a:path extrusionOk="0"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99" name="Google Shape;99;p2"/>
            <p:cNvSpPr txBox="1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2"/>
          <p:cNvSpPr txBox="1"/>
          <p:nvPr/>
        </p:nvSpPr>
        <p:spPr>
          <a:xfrm>
            <a:off x="424054" y="1130227"/>
            <a:ext cx="3731121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Contenidos</a:t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7335196" y="557693"/>
            <a:ext cx="8798860" cy="8700607"/>
            <a:chOff x="0" y="0"/>
            <a:chExt cx="2317395" cy="2291518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2317395" cy="2291518"/>
            </a:xfrm>
            <a:custGeom>
              <a:rect b="b" l="l" r="r" t="t"/>
              <a:pathLst>
                <a:path extrusionOk="0" h="2291518" w="2317395">
                  <a:moveTo>
                    <a:pt x="44874" y="0"/>
                  </a:moveTo>
                  <a:lnTo>
                    <a:pt x="2272522" y="0"/>
                  </a:lnTo>
                  <a:cubicBezTo>
                    <a:pt x="2284423" y="0"/>
                    <a:pt x="2295837" y="4728"/>
                    <a:pt x="2304252" y="13143"/>
                  </a:cubicBezTo>
                  <a:cubicBezTo>
                    <a:pt x="2312668" y="21559"/>
                    <a:pt x="2317395" y="32972"/>
                    <a:pt x="2317395" y="44874"/>
                  </a:cubicBezTo>
                  <a:lnTo>
                    <a:pt x="2317395" y="2246644"/>
                  </a:lnTo>
                  <a:cubicBezTo>
                    <a:pt x="2317395" y="2271427"/>
                    <a:pt x="2297305" y="2291518"/>
                    <a:pt x="2272522" y="2291518"/>
                  </a:cubicBezTo>
                  <a:lnTo>
                    <a:pt x="44874" y="2291518"/>
                  </a:lnTo>
                  <a:cubicBezTo>
                    <a:pt x="20091" y="2291518"/>
                    <a:pt x="0" y="2271427"/>
                    <a:pt x="0" y="2246644"/>
                  </a:cubicBezTo>
                  <a:lnTo>
                    <a:pt x="0" y="44874"/>
                  </a:lnTo>
                  <a:cubicBezTo>
                    <a:pt x="0" y="20091"/>
                    <a:pt x="20091" y="0"/>
                    <a:pt x="44874" y="0"/>
                  </a:cubicBezTo>
                  <a:close/>
                </a:path>
              </a:pathLst>
            </a:custGeom>
            <a:solidFill>
              <a:srgbClr val="122A40">
                <a:alpha val="9725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0"/>
              <a:ext cx="2317395" cy="2291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"/>
          <p:cNvSpPr txBox="1"/>
          <p:nvPr/>
        </p:nvSpPr>
        <p:spPr>
          <a:xfrm>
            <a:off x="8060442" y="809625"/>
            <a:ext cx="7645800" cy="83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3082" lvl="1" marL="931564" marR="0" rtl="0" algn="l">
              <a:lnSpc>
                <a:spcPct val="175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14"/>
              <a:buFont typeface="Arial"/>
              <a:buChar char="•"/>
            </a:pPr>
            <a:r>
              <a:rPr b="1" i="0" lang="en-US" sz="4114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Contexto</a:t>
            </a:r>
            <a:endParaRPr sz="1200"/>
          </a:p>
          <a:p>
            <a:pPr indent="-453082" lvl="1" marL="931564" marR="0" rtl="0" algn="l">
              <a:lnSpc>
                <a:spcPct val="175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14"/>
              <a:buFont typeface="Arial"/>
              <a:buChar char="•"/>
            </a:pPr>
            <a:r>
              <a:rPr b="1" i="0" lang="en-US" sz="4114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Problema y Necesidad</a:t>
            </a:r>
            <a:endParaRPr sz="1200"/>
          </a:p>
          <a:p>
            <a:pPr indent="-453082" lvl="1" marL="931564" marR="0" rtl="0" algn="l">
              <a:lnSpc>
                <a:spcPct val="175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14"/>
              <a:buFont typeface="Arial"/>
              <a:buChar char="•"/>
            </a:pPr>
            <a:r>
              <a:rPr b="1" i="0" lang="en-US" sz="4114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Kick Off</a:t>
            </a:r>
            <a:endParaRPr sz="1200"/>
          </a:p>
          <a:p>
            <a:pPr indent="-453082" lvl="1" marL="931564" marR="0" rtl="0" algn="l">
              <a:lnSpc>
                <a:spcPct val="175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14"/>
              <a:buFont typeface="Arial"/>
              <a:buChar char="•"/>
            </a:pPr>
            <a:r>
              <a:rPr b="1" i="0" lang="en-US" sz="4114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Arquitectura</a:t>
            </a:r>
            <a:endParaRPr sz="1200"/>
          </a:p>
          <a:p>
            <a:pPr indent="-453082" lvl="1" marL="931564" marR="0" rtl="0" algn="l">
              <a:lnSpc>
                <a:spcPct val="175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14"/>
              <a:buFont typeface="Arial"/>
              <a:buChar char="•"/>
            </a:pPr>
            <a:r>
              <a:rPr b="1" i="0" lang="en-US" sz="4114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Metodología y Roles</a:t>
            </a:r>
            <a:endParaRPr sz="1200"/>
          </a:p>
          <a:p>
            <a:pPr indent="-453082" lvl="1" marL="931564" marR="0" rtl="0" algn="l">
              <a:lnSpc>
                <a:spcPct val="175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14"/>
              <a:buFont typeface="Arial"/>
              <a:buChar char="•"/>
            </a:pPr>
            <a:r>
              <a:rPr b="1" i="0" lang="en-US" sz="4114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Road Map</a:t>
            </a:r>
            <a:endParaRPr sz="1200"/>
          </a:p>
          <a:p>
            <a:pPr indent="-453082" lvl="1" marL="931564" marR="0" rtl="0" algn="l">
              <a:lnSpc>
                <a:spcPct val="175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14"/>
              <a:buFont typeface="Arial"/>
              <a:buChar char="•"/>
            </a:pPr>
            <a:r>
              <a:rPr b="1" i="0" lang="en-US" sz="4114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Demostración</a:t>
            </a:r>
            <a:endParaRPr sz="1200"/>
          </a:p>
          <a:p>
            <a:pPr indent="-453082" lvl="1" marL="931564" marR="0" rtl="0" algn="l">
              <a:lnSpc>
                <a:spcPct val="175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14"/>
              <a:buFont typeface="Arial"/>
              <a:buChar char="•"/>
            </a:pPr>
            <a:r>
              <a:rPr b="1" i="0" lang="en-US" sz="4114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Cierre</a:t>
            </a:r>
            <a:endParaRPr sz="1200"/>
          </a:p>
        </p:txBody>
      </p:sp>
      <p:grpSp>
        <p:nvGrpSpPr>
          <p:cNvPr id="105" name="Google Shape;105;p2"/>
          <p:cNvGrpSpPr/>
          <p:nvPr/>
        </p:nvGrpSpPr>
        <p:grpSpPr>
          <a:xfrm>
            <a:off x="4466460" y="741094"/>
            <a:ext cx="1760611" cy="1760611"/>
            <a:chOff x="0" y="0"/>
            <a:chExt cx="2347481" cy="2347481"/>
          </a:xfrm>
        </p:grpSpPr>
        <p:grpSp>
          <p:nvGrpSpPr>
            <p:cNvPr id="106" name="Google Shape;106;p2"/>
            <p:cNvGrpSpPr/>
            <p:nvPr/>
          </p:nvGrpSpPr>
          <p:grpSpPr>
            <a:xfrm>
              <a:off x="0" y="0"/>
              <a:ext cx="2347481" cy="2347481"/>
              <a:chOff x="0" y="0"/>
              <a:chExt cx="812800" cy="812800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A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8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2"/>
            <p:cNvSpPr/>
            <p:nvPr/>
          </p:nvSpPr>
          <p:spPr>
            <a:xfrm>
              <a:off x="485891" y="632095"/>
              <a:ext cx="1183572" cy="1048941"/>
            </a:xfrm>
            <a:custGeom>
              <a:rect b="b" l="l" r="r" t="t"/>
              <a:pathLst>
                <a:path extrusionOk="0" h="1048941" w="1183572">
                  <a:moveTo>
                    <a:pt x="0" y="0"/>
                  </a:moveTo>
                  <a:lnTo>
                    <a:pt x="1183572" y="0"/>
                  </a:lnTo>
                  <a:lnTo>
                    <a:pt x="1183572" y="1048941"/>
                  </a:lnTo>
                  <a:lnTo>
                    <a:pt x="0" y="104894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A4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 rot="-1627308">
            <a:off x="5445209" y="7487829"/>
            <a:ext cx="17016201" cy="6180151"/>
          </a:xfrm>
          <a:custGeom>
            <a:rect b="b" l="l" r="r" t="t"/>
            <a:pathLst>
              <a:path extrusionOk="0" h="6180151" w="1701620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3"/>
          <p:cNvSpPr/>
          <p:nvPr/>
        </p:nvSpPr>
        <p:spPr>
          <a:xfrm rot="-1627308">
            <a:off x="-6906184" y="-1872346"/>
            <a:ext cx="17016201" cy="6180151"/>
          </a:xfrm>
          <a:custGeom>
            <a:rect b="b" l="l" r="r" t="t"/>
            <a:pathLst>
              <a:path extrusionOk="0"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1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6" name="Google Shape;116;p3"/>
          <p:cNvGrpSpPr/>
          <p:nvPr/>
        </p:nvGrpSpPr>
        <p:grpSpPr>
          <a:xfrm>
            <a:off x="-660967" y="1043547"/>
            <a:ext cx="4988924" cy="921074"/>
            <a:chOff x="0" y="0"/>
            <a:chExt cx="1405611" cy="259509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1405611" cy="259509"/>
            </a:xfrm>
            <a:custGeom>
              <a:rect b="b" l="l" r="r" t="t"/>
              <a:pathLst>
                <a:path extrusionOk="0"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  <a:ln>
              <a:noFill/>
            </a:ln>
          </p:spPr>
        </p:sp>
        <p:sp>
          <p:nvSpPr>
            <p:cNvPr id="118" name="Google Shape;118;p3"/>
            <p:cNvSpPr txBox="1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3"/>
          <p:cNvGrpSpPr/>
          <p:nvPr/>
        </p:nvGrpSpPr>
        <p:grpSpPr>
          <a:xfrm>
            <a:off x="3732445" y="622735"/>
            <a:ext cx="1762698" cy="1762698"/>
            <a:chOff x="0" y="0"/>
            <a:chExt cx="812800" cy="812800"/>
          </a:xfrm>
        </p:grpSpPr>
        <p:sp>
          <p:nvSpPr>
            <p:cNvPr id="120" name="Google Shape;120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3"/>
          <p:cNvSpPr txBox="1"/>
          <p:nvPr/>
        </p:nvSpPr>
        <p:spPr>
          <a:xfrm>
            <a:off x="406903" y="1051189"/>
            <a:ext cx="2798631" cy="820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22" u="none" cap="none" strike="noStrike">
                <a:solidFill>
                  <a:srgbClr val="122A40"/>
                </a:solidFill>
                <a:latin typeface="Open Sans"/>
                <a:ea typeface="Open Sans"/>
                <a:cs typeface="Open Sans"/>
                <a:sym typeface="Open Sans"/>
              </a:rPr>
              <a:t>Contexto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204552" y="919985"/>
            <a:ext cx="843647" cy="1227123"/>
          </a:xfrm>
          <a:custGeom>
            <a:rect b="b" l="l" r="r" t="t"/>
            <a:pathLst>
              <a:path extrusionOk="0" h="1227123" w="843647">
                <a:moveTo>
                  <a:pt x="0" y="0"/>
                </a:moveTo>
                <a:lnTo>
                  <a:pt x="843647" y="0"/>
                </a:lnTo>
                <a:lnTo>
                  <a:pt x="843647" y="1227123"/>
                </a:lnTo>
                <a:lnTo>
                  <a:pt x="0" y="12271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3"/>
          <p:cNvSpPr/>
          <p:nvPr/>
        </p:nvSpPr>
        <p:spPr>
          <a:xfrm>
            <a:off x="13705277" y="0"/>
            <a:ext cx="4582723" cy="2447025"/>
          </a:xfrm>
          <a:custGeom>
            <a:rect b="b" l="l" r="r" t="t"/>
            <a:pathLst>
              <a:path extrusionOk="0" h="2447025" w="4582723">
                <a:moveTo>
                  <a:pt x="0" y="0"/>
                </a:moveTo>
                <a:lnTo>
                  <a:pt x="4582723" y="0"/>
                </a:lnTo>
                <a:lnTo>
                  <a:pt x="4582723" y="2447025"/>
                </a:lnTo>
                <a:lnTo>
                  <a:pt x="0" y="2447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66252" l="-56837" r="-30399" t="-58173"/>
            </a:stretch>
          </a:blipFill>
          <a:ln>
            <a:noFill/>
          </a:ln>
        </p:spPr>
      </p:sp>
      <p:grpSp>
        <p:nvGrpSpPr>
          <p:cNvPr id="125" name="Google Shape;125;p3"/>
          <p:cNvGrpSpPr/>
          <p:nvPr/>
        </p:nvGrpSpPr>
        <p:grpSpPr>
          <a:xfrm>
            <a:off x="6558521" y="3264497"/>
            <a:ext cx="5170958" cy="3200809"/>
            <a:chOff x="0" y="0"/>
            <a:chExt cx="1361898" cy="843012"/>
          </a:xfrm>
        </p:grpSpPr>
        <p:sp>
          <p:nvSpPr>
            <p:cNvPr id="126" name="Google Shape;126;p3"/>
            <p:cNvSpPr/>
            <p:nvPr/>
          </p:nvSpPr>
          <p:spPr>
            <a:xfrm>
              <a:off x="0" y="0"/>
              <a:ext cx="1361898" cy="843012"/>
            </a:xfrm>
            <a:custGeom>
              <a:rect b="b" l="l" r="r" t="t"/>
              <a:pathLst>
                <a:path extrusionOk="0" h="843012" w="1361898">
                  <a:moveTo>
                    <a:pt x="76357" y="0"/>
                  </a:moveTo>
                  <a:lnTo>
                    <a:pt x="1285542" y="0"/>
                  </a:lnTo>
                  <a:cubicBezTo>
                    <a:pt x="1327712" y="0"/>
                    <a:pt x="1361898" y="34186"/>
                    <a:pt x="1361898" y="76357"/>
                  </a:cubicBezTo>
                  <a:lnTo>
                    <a:pt x="1361898" y="766655"/>
                  </a:lnTo>
                  <a:cubicBezTo>
                    <a:pt x="1361898" y="808825"/>
                    <a:pt x="1327712" y="843012"/>
                    <a:pt x="1285542" y="843012"/>
                  </a:cubicBezTo>
                  <a:lnTo>
                    <a:pt x="76357" y="843012"/>
                  </a:lnTo>
                  <a:cubicBezTo>
                    <a:pt x="34186" y="843012"/>
                    <a:pt x="0" y="808825"/>
                    <a:pt x="0" y="766655"/>
                  </a:cubicBezTo>
                  <a:lnTo>
                    <a:pt x="0" y="76357"/>
                  </a:lnTo>
                  <a:cubicBezTo>
                    <a:pt x="0" y="34186"/>
                    <a:pt x="34186" y="0"/>
                    <a:pt x="76357" y="0"/>
                  </a:cubicBezTo>
                  <a:close/>
                </a:path>
              </a:pathLst>
            </a:custGeom>
            <a:solidFill>
              <a:srgbClr val="F4F8FF">
                <a:alpha val="9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 txBox="1"/>
            <p:nvPr/>
          </p:nvSpPr>
          <p:spPr>
            <a:xfrm>
              <a:off x="0" y="0"/>
              <a:ext cx="1361898" cy="843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3"/>
          <p:cNvSpPr/>
          <p:nvPr/>
        </p:nvSpPr>
        <p:spPr>
          <a:xfrm>
            <a:off x="6793300" y="6465306"/>
            <a:ext cx="4599918" cy="3376509"/>
          </a:xfrm>
          <a:custGeom>
            <a:rect b="b" l="l" r="r" t="t"/>
            <a:pathLst>
              <a:path extrusionOk="0" h="812800" w="1107301">
                <a:moveTo>
                  <a:pt x="38710" y="0"/>
                </a:moveTo>
                <a:lnTo>
                  <a:pt x="1068590" y="0"/>
                </a:lnTo>
                <a:cubicBezTo>
                  <a:pt x="1089969" y="0"/>
                  <a:pt x="1107301" y="17331"/>
                  <a:pt x="1107301" y="38710"/>
                </a:cubicBezTo>
                <a:lnTo>
                  <a:pt x="1107301" y="774090"/>
                </a:lnTo>
                <a:cubicBezTo>
                  <a:pt x="1107301" y="795469"/>
                  <a:pt x="1089969" y="812800"/>
                  <a:pt x="1068590" y="812800"/>
                </a:cubicBezTo>
                <a:lnTo>
                  <a:pt x="38710" y="812800"/>
                </a:lnTo>
                <a:cubicBezTo>
                  <a:pt x="17331" y="812800"/>
                  <a:pt x="0" y="795469"/>
                  <a:pt x="0" y="774090"/>
                </a:cubicBezTo>
                <a:lnTo>
                  <a:pt x="0" y="38710"/>
                </a:lnTo>
                <a:cubicBezTo>
                  <a:pt x="0" y="17331"/>
                  <a:pt x="17331" y="0"/>
                  <a:pt x="3871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7346" r="-2927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883064" y="3188297"/>
            <a:ext cx="45102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3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¿Qu</a:t>
            </a:r>
            <a:r>
              <a:rPr b="1" lang="en-US" sz="4043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é</a:t>
            </a:r>
            <a:r>
              <a:rPr b="1" i="0" lang="en-US" sz="4043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 es el CORE?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671428" y="4251325"/>
            <a:ext cx="4933422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Es el órgano colegiado que representa a la comunidad y toma decisiones estratégicas para el desarrollo regional.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A4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 rot="-1627308">
            <a:off x="-6906184" y="-1872346"/>
            <a:ext cx="17016201" cy="6180151"/>
          </a:xfrm>
          <a:custGeom>
            <a:rect b="b" l="l" r="r" t="t"/>
            <a:pathLst>
              <a:path extrusionOk="0"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4"/>
          <p:cNvSpPr/>
          <p:nvPr/>
        </p:nvSpPr>
        <p:spPr>
          <a:xfrm rot="-1627308">
            <a:off x="5445209" y="7487829"/>
            <a:ext cx="17016201" cy="6180151"/>
          </a:xfrm>
          <a:custGeom>
            <a:rect b="b" l="l" r="r" t="t"/>
            <a:pathLst>
              <a:path extrusionOk="0" h="6180151" w="1701620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7" name="Google Shape;137;p4"/>
          <p:cNvGrpSpPr/>
          <p:nvPr/>
        </p:nvGrpSpPr>
        <p:grpSpPr>
          <a:xfrm>
            <a:off x="-660967" y="1043547"/>
            <a:ext cx="4988924" cy="921074"/>
            <a:chOff x="0" y="0"/>
            <a:chExt cx="1405611" cy="259509"/>
          </a:xfrm>
        </p:grpSpPr>
        <p:sp>
          <p:nvSpPr>
            <p:cNvPr id="138" name="Google Shape;138;p4"/>
            <p:cNvSpPr/>
            <p:nvPr/>
          </p:nvSpPr>
          <p:spPr>
            <a:xfrm>
              <a:off x="0" y="0"/>
              <a:ext cx="1405611" cy="259509"/>
            </a:xfrm>
            <a:custGeom>
              <a:rect b="b" l="l" r="r" t="t"/>
              <a:pathLst>
                <a:path extrusionOk="0"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  <a:ln>
              <a:noFill/>
            </a:ln>
          </p:spPr>
        </p:sp>
        <p:sp>
          <p:nvSpPr>
            <p:cNvPr id="139" name="Google Shape;139;p4"/>
            <p:cNvSpPr txBox="1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3732445" y="622735"/>
            <a:ext cx="1762698" cy="1762698"/>
            <a:chOff x="0" y="0"/>
            <a:chExt cx="812800" cy="812800"/>
          </a:xfrm>
        </p:grpSpPr>
        <p:sp>
          <p:nvSpPr>
            <p:cNvPr id="141" name="Google Shape;141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4"/>
          <p:cNvSpPr/>
          <p:nvPr/>
        </p:nvSpPr>
        <p:spPr>
          <a:xfrm>
            <a:off x="4204552" y="919985"/>
            <a:ext cx="843647" cy="1227123"/>
          </a:xfrm>
          <a:custGeom>
            <a:rect b="b" l="l" r="r" t="t"/>
            <a:pathLst>
              <a:path extrusionOk="0" h="1227123" w="843647">
                <a:moveTo>
                  <a:pt x="0" y="0"/>
                </a:moveTo>
                <a:lnTo>
                  <a:pt x="843647" y="0"/>
                </a:lnTo>
                <a:lnTo>
                  <a:pt x="843647" y="1227123"/>
                </a:lnTo>
                <a:lnTo>
                  <a:pt x="0" y="12271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4" name="Google Shape;144;p4"/>
          <p:cNvGrpSpPr/>
          <p:nvPr/>
        </p:nvGrpSpPr>
        <p:grpSpPr>
          <a:xfrm>
            <a:off x="3664909" y="3264497"/>
            <a:ext cx="5170958" cy="3200809"/>
            <a:chOff x="0" y="0"/>
            <a:chExt cx="1361898" cy="843012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1361898" cy="843012"/>
            </a:xfrm>
            <a:custGeom>
              <a:rect b="b" l="l" r="r" t="t"/>
              <a:pathLst>
                <a:path extrusionOk="0" h="843012" w="1361898">
                  <a:moveTo>
                    <a:pt x="76357" y="0"/>
                  </a:moveTo>
                  <a:lnTo>
                    <a:pt x="1285542" y="0"/>
                  </a:lnTo>
                  <a:cubicBezTo>
                    <a:pt x="1327712" y="0"/>
                    <a:pt x="1361898" y="34186"/>
                    <a:pt x="1361898" y="76357"/>
                  </a:cubicBezTo>
                  <a:lnTo>
                    <a:pt x="1361898" y="766655"/>
                  </a:lnTo>
                  <a:cubicBezTo>
                    <a:pt x="1361898" y="808825"/>
                    <a:pt x="1327712" y="843012"/>
                    <a:pt x="1285542" y="843012"/>
                  </a:cubicBezTo>
                  <a:lnTo>
                    <a:pt x="76357" y="843012"/>
                  </a:lnTo>
                  <a:cubicBezTo>
                    <a:pt x="34186" y="843012"/>
                    <a:pt x="0" y="808825"/>
                    <a:pt x="0" y="766655"/>
                  </a:cubicBezTo>
                  <a:lnTo>
                    <a:pt x="0" y="76357"/>
                  </a:lnTo>
                  <a:cubicBezTo>
                    <a:pt x="0" y="34186"/>
                    <a:pt x="34186" y="0"/>
                    <a:pt x="76357" y="0"/>
                  </a:cubicBezTo>
                  <a:close/>
                </a:path>
              </a:pathLst>
            </a:custGeom>
            <a:solidFill>
              <a:srgbClr val="F4F8FF">
                <a:alpha val="9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0"/>
              <a:ext cx="1361898" cy="843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4"/>
          <p:cNvSpPr/>
          <p:nvPr/>
        </p:nvSpPr>
        <p:spPr>
          <a:xfrm>
            <a:off x="9681590" y="6465306"/>
            <a:ext cx="4599918" cy="3376509"/>
          </a:xfrm>
          <a:custGeom>
            <a:rect b="b" l="l" r="r" t="t"/>
            <a:pathLst>
              <a:path extrusionOk="0" h="812800" w="1107301">
                <a:moveTo>
                  <a:pt x="38710" y="0"/>
                </a:moveTo>
                <a:lnTo>
                  <a:pt x="1068590" y="0"/>
                </a:lnTo>
                <a:cubicBezTo>
                  <a:pt x="1089969" y="0"/>
                  <a:pt x="1107301" y="17331"/>
                  <a:pt x="1107301" y="38710"/>
                </a:cubicBezTo>
                <a:lnTo>
                  <a:pt x="1107301" y="774090"/>
                </a:lnTo>
                <a:cubicBezTo>
                  <a:pt x="1107301" y="795469"/>
                  <a:pt x="1089969" y="812800"/>
                  <a:pt x="1068590" y="812800"/>
                </a:cubicBezTo>
                <a:lnTo>
                  <a:pt x="38710" y="812800"/>
                </a:lnTo>
                <a:cubicBezTo>
                  <a:pt x="17331" y="812800"/>
                  <a:pt x="0" y="795469"/>
                  <a:pt x="0" y="774090"/>
                </a:cubicBezTo>
                <a:lnTo>
                  <a:pt x="0" y="38710"/>
                </a:lnTo>
                <a:cubicBezTo>
                  <a:pt x="0" y="17331"/>
                  <a:pt x="17331" y="0"/>
                  <a:pt x="38710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4813" r="-1481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13705277" y="0"/>
            <a:ext cx="4582723" cy="2447025"/>
          </a:xfrm>
          <a:custGeom>
            <a:rect b="b" l="l" r="r" t="t"/>
            <a:pathLst>
              <a:path extrusionOk="0" h="2447025" w="4582723">
                <a:moveTo>
                  <a:pt x="0" y="0"/>
                </a:moveTo>
                <a:lnTo>
                  <a:pt x="4582723" y="0"/>
                </a:lnTo>
                <a:lnTo>
                  <a:pt x="4582723" y="2447025"/>
                </a:lnTo>
                <a:lnTo>
                  <a:pt x="0" y="2447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66252" l="-56837" r="-30399" t="-58173"/>
            </a:stretch>
          </a:blipFill>
          <a:ln>
            <a:noFill/>
          </a:ln>
        </p:spPr>
      </p:sp>
      <p:grpSp>
        <p:nvGrpSpPr>
          <p:cNvPr id="149" name="Google Shape;149;p4"/>
          <p:cNvGrpSpPr/>
          <p:nvPr/>
        </p:nvGrpSpPr>
        <p:grpSpPr>
          <a:xfrm>
            <a:off x="9340004" y="3199759"/>
            <a:ext cx="5283087" cy="3265548"/>
            <a:chOff x="0" y="0"/>
            <a:chExt cx="1391430" cy="860062"/>
          </a:xfrm>
        </p:grpSpPr>
        <p:sp>
          <p:nvSpPr>
            <p:cNvPr id="150" name="Google Shape;150;p4"/>
            <p:cNvSpPr/>
            <p:nvPr/>
          </p:nvSpPr>
          <p:spPr>
            <a:xfrm>
              <a:off x="0" y="0"/>
              <a:ext cx="1391430" cy="860062"/>
            </a:xfrm>
            <a:custGeom>
              <a:rect b="b" l="l" r="r" t="t"/>
              <a:pathLst>
                <a:path extrusionOk="0" h="860062" w="1391430">
                  <a:moveTo>
                    <a:pt x="74736" y="0"/>
                  </a:moveTo>
                  <a:lnTo>
                    <a:pt x="1316694" y="0"/>
                  </a:lnTo>
                  <a:cubicBezTo>
                    <a:pt x="1357970" y="0"/>
                    <a:pt x="1391430" y="33461"/>
                    <a:pt x="1391430" y="74736"/>
                  </a:cubicBezTo>
                  <a:lnTo>
                    <a:pt x="1391430" y="785326"/>
                  </a:lnTo>
                  <a:cubicBezTo>
                    <a:pt x="1391430" y="826601"/>
                    <a:pt x="1357970" y="860062"/>
                    <a:pt x="1316694" y="860062"/>
                  </a:cubicBezTo>
                  <a:lnTo>
                    <a:pt x="74736" y="860062"/>
                  </a:lnTo>
                  <a:cubicBezTo>
                    <a:pt x="33461" y="860062"/>
                    <a:pt x="0" y="826601"/>
                    <a:pt x="0" y="785326"/>
                  </a:cubicBezTo>
                  <a:lnTo>
                    <a:pt x="0" y="74736"/>
                  </a:lnTo>
                  <a:cubicBezTo>
                    <a:pt x="0" y="33461"/>
                    <a:pt x="33461" y="0"/>
                    <a:pt x="74736" y="0"/>
                  </a:cubicBezTo>
                  <a:close/>
                </a:path>
              </a:pathLst>
            </a:custGeom>
            <a:solidFill>
              <a:srgbClr val="F4F8FF">
                <a:alpha val="9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0" y="0"/>
              <a:ext cx="1391430" cy="860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4"/>
          <p:cNvSpPr/>
          <p:nvPr/>
        </p:nvSpPr>
        <p:spPr>
          <a:xfrm>
            <a:off x="3899688" y="6465306"/>
            <a:ext cx="4599918" cy="3376509"/>
          </a:xfrm>
          <a:custGeom>
            <a:rect b="b" l="l" r="r" t="t"/>
            <a:pathLst>
              <a:path extrusionOk="0" h="812800" w="1107301">
                <a:moveTo>
                  <a:pt x="38710" y="0"/>
                </a:moveTo>
                <a:lnTo>
                  <a:pt x="1068590" y="0"/>
                </a:lnTo>
                <a:cubicBezTo>
                  <a:pt x="1089969" y="0"/>
                  <a:pt x="1107301" y="17331"/>
                  <a:pt x="1107301" y="38710"/>
                </a:cubicBezTo>
                <a:lnTo>
                  <a:pt x="1107301" y="774090"/>
                </a:lnTo>
                <a:cubicBezTo>
                  <a:pt x="1107301" y="795469"/>
                  <a:pt x="1089969" y="812800"/>
                  <a:pt x="1068590" y="812800"/>
                </a:cubicBezTo>
                <a:lnTo>
                  <a:pt x="38710" y="812800"/>
                </a:lnTo>
                <a:cubicBezTo>
                  <a:pt x="17331" y="812800"/>
                  <a:pt x="0" y="795469"/>
                  <a:pt x="0" y="774090"/>
                </a:cubicBezTo>
                <a:lnTo>
                  <a:pt x="0" y="38710"/>
                </a:lnTo>
                <a:cubicBezTo>
                  <a:pt x="0" y="17331"/>
                  <a:pt x="17331" y="0"/>
                  <a:pt x="38710" y="0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7346" r="-2927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3989452" y="3188297"/>
            <a:ext cx="45102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3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¿Qu</a:t>
            </a:r>
            <a:r>
              <a:rPr b="1" lang="en-US" sz="4043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é</a:t>
            </a:r>
            <a:r>
              <a:rPr b="1" i="0" lang="en-US" sz="4043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 es el CORE?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3732934" y="4056744"/>
            <a:ext cx="4933422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Es el órgano colegiado que representa a la comunidad y toma decisiones estratégicas para el desarrollo regional.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9562024" y="3217923"/>
            <a:ext cx="4839046" cy="68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3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¿Cómo funciona?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9514836" y="4056744"/>
            <a:ext cx="4933422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Opera mediante comisiones y sesiones de pleno, siguiendo su reglamento, generando minutas, acuerdos y votaciones.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406903" y="1051189"/>
            <a:ext cx="2798631" cy="820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22" u="none" cap="none" strike="noStrike">
                <a:solidFill>
                  <a:srgbClr val="122A40"/>
                </a:solidFill>
                <a:latin typeface="Open Sans"/>
                <a:ea typeface="Open Sans"/>
                <a:cs typeface="Open Sans"/>
                <a:sym typeface="Open Sans"/>
              </a:rPr>
              <a:t>Contexto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A4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/>
          <p:nvPr/>
        </p:nvSpPr>
        <p:spPr>
          <a:xfrm rot="-1627308">
            <a:off x="-6906184" y="-1872346"/>
            <a:ext cx="17016201" cy="6180151"/>
          </a:xfrm>
          <a:custGeom>
            <a:rect b="b" l="l" r="r" t="t"/>
            <a:pathLst>
              <a:path extrusionOk="0"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5"/>
          <p:cNvSpPr/>
          <p:nvPr/>
        </p:nvSpPr>
        <p:spPr>
          <a:xfrm rot="-1627308">
            <a:off x="5445209" y="7487829"/>
            <a:ext cx="17016201" cy="6180151"/>
          </a:xfrm>
          <a:custGeom>
            <a:rect b="b" l="l" r="r" t="t"/>
            <a:pathLst>
              <a:path extrusionOk="0" h="6180151" w="1701620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4" name="Google Shape;164;p5"/>
          <p:cNvGrpSpPr/>
          <p:nvPr/>
        </p:nvGrpSpPr>
        <p:grpSpPr>
          <a:xfrm>
            <a:off x="-660967" y="1043547"/>
            <a:ext cx="4988924" cy="921074"/>
            <a:chOff x="0" y="0"/>
            <a:chExt cx="1405611" cy="259509"/>
          </a:xfrm>
        </p:grpSpPr>
        <p:sp>
          <p:nvSpPr>
            <p:cNvPr id="165" name="Google Shape;165;p5"/>
            <p:cNvSpPr/>
            <p:nvPr/>
          </p:nvSpPr>
          <p:spPr>
            <a:xfrm>
              <a:off x="0" y="0"/>
              <a:ext cx="1405611" cy="259509"/>
            </a:xfrm>
            <a:custGeom>
              <a:rect b="b" l="l" r="r" t="t"/>
              <a:pathLst>
                <a:path extrusionOk="0"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  <a:ln>
              <a:noFill/>
            </a:ln>
          </p:spPr>
        </p:sp>
        <p:sp>
          <p:nvSpPr>
            <p:cNvPr id="166" name="Google Shape;166;p5"/>
            <p:cNvSpPr txBox="1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5"/>
          <p:cNvGrpSpPr/>
          <p:nvPr/>
        </p:nvGrpSpPr>
        <p:grpSpPr>
          <a:xfrm>
            <a:off x="3732445" y="622735"/>
            <a:ext cx="1762698" cy="1762698"/>
            <a:chOff x="0" y="0"/>
            <a:chExt cx="812800" cy="812800"/>
          </a:xfrm>
        </p:grpSpPr>
        <p:sp>
          <p:nvSpPr>
            <p:cNvPr id="168" name="Google Shape;168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5"/>
          <p:cNvSpPr/>
          <p:nvPr/>
        </p:nvSpPr>
        <p:spPr>
          <a:xfrm>
            <a:off x="4204552" y="919985"/>
            <a:ext cx="843647" cy="1227123"/>
          </a:xfrm>
          <a:custGeom>
            <a:rect b="b" l="l" r="r" t="t"/>
            <a:pathLst>
              <a:path extrusionOk="0" h="1227123" w="843647">
                <a:moveTo>
                  <a:pt x="0" y="0"/>
                </a:moveTo>
                <a:lnTo>
                  <a:pt x="843647" y="0"/>
                </a:lnTo>
                <a:lnTo>
                  <a:pt x="843647" y="1227123"/>
                </a:lnTo>
                <a:lnTo>
                  <a:pt x="0" y="12271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5"/>
          <p:cNvSpPr/>
          <p:nvPr/>
        </p:nvSpPr>
        <p:spPr>
          <a:xfrm>
            <a:off x="13705277" y="0"/>
            <a:ext cx="4582723" cy="2447025"/>
          </a:xfrm>
          <a:custGeom>
            <a:rect b="b" l="l" r="r" t="t"/>
            <a:pathLst>
              <a:path extrusionOk="0" h="2447025" w="4582723">
                <a:moveTo>
                  <a:pt x="0" y="0"/>
                </a:moveTo>
                <a:lnTo>
                  <a:pt x="4582723" y="0"/>
                </a:lnTo>
                <a:lnTo>
                  <a:pt x="4582723" y="2447025"/>
                </a:lnTo>
                <a:lnTo>
                  <a:pt x="0" y="2447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66252" l="-56837" r="-30399" t="-58173"/>
            </a:stretch>
          </a:blipFill>
          <a:ln>
            <a:noFill/>
          </a:ln>
        </p:spPr>
      </p:sp>
      <p:grpSp>
        <p:nvGrpSpPr>
          <p:cNvPr id="172" name="Google Shape;172;p5"/>
          <p:cNvGrpSpPr/>
          <p:nvPr/>
        </p:nvGrpSpPr>
        <p:grpSpPr>
          <a:xfrm>
            <a:off x="827362" y="3264497"/>
            <a:ext cx="5170958" cy="3200809"/>
            <a:chOff x="0" y="0"/>
            <a:chExt cx="1361898" cy="843012"/>
          </a:xfrm>
        </p:grpSpPr>
        <p:sp>
          <p:nvSpPr>
            <p:cNvPr id="173" name="Google Shape;173;p5"/>
            <p:cNvSpPr/>
            <p:nvPr/>
          </p:nvSpPr>
          <p:spPr>
            <a:xfrm>
              <a:off x="0" y="0"/>
              <a:ext cx="1361898" cy="843012"/>
            </a:xfrm>
            <a:custGeom>
              <a:rect b="b" l="l" r="r" t="t"/>
              <a:pathLst>
                <a:path extrusionOk="0" h="843012" w="1361898">
                  <a:moveTo>
                    <a:pt x="76357" y="0"/>
                  </a:moveTo>
                  <a:lnTo>
                    <a:pt x="1285542" y="0"/>
                  </a:lnTo>
                  <a:cubicBezTo>
                    <a:pt x="1327712" y="0"/>
                    <a:pt x="1361898" y="34186"/>
                    <a:pt x="1361898" y="76357"/>
                  </a:cubicBezTo>
                  <a:lnTo>
                    <a:pt x="1361898" y="766655"/>
                  </a:lnTo>
                  <a:cubicBezTo>
                    <a:pt x="1361898" y="808825"/>
                    <a:pt x="1327712" y="843012"/>
                    <a:pt x="1285542" y="843012"/>
                  </a:cubicBezTo>
                  <a:lnTo>
                    <a:pt x="76357" y="843012"/>
                  </a:lnTo>
                  <a:cubicBezTo>
                    <a:pt x="34186" y="843012"/>
                    <a:pt x="0" y="808825"/>
                    <a:pt x="0" y="766655"/>
                  </a:cubicBezTo>
                  <a:lnTo>
                    <a:pt x="0" y="76357"/>
                  </a:lnTo>
                  <a:cubicBezTo>
                    <a:pt x="0" y="34186"/>
                    <a:pt x="34186" y="0"/>
                    <a:pt x="76357" y="0"/>
                  </a:cubicBezTo>
                  <a:close/>
                </a:path>
              </a:pathLst>
            </a:custGeom>
            <a:solidFill>
              <a:srgbClr val="F4F8FF">
                <a:alpha val="9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5"/>
            <p:cNvSpPr txBox="1"/>
            <p:nvPr/>
          </p:nvSpPr>
          <p:spPr>
            <a:xfrm>
              <a:off x="0" y="0"/>
              <a:ext cx="1361898" cy="843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5"/>
          <p:cNvGrpSpPr/>
          <p:nvPr/>
        </p:nvGrpSpPr>
        <p:grpSpPr>
          <a:xfrm>
            <a:off x="6502456" y="3199759"/>
            <a:ext cx="5283087" cy="3265548"/>
            <a:chOff x="0" y="0"/>
            <a:chExt cx="1391430" cy="860062"/>
          </a:xfrm>
        </p:grpSpPr>
        <p:sp>
          <p:nvSpPr>
            <p:cNvPr id="176" name="Google Shape;176;p5"/>
            <p:cNvSpPr/>
            <p:nvPr/>
          </p:nvSpPr>
          <p:spPr>
            <a:xfrm>
              <a:off x="0" y="0"/>
              <a:ext cx="1391430" cy="860062"/>
            </a:xfrm>
            <a:custGeom>
              <a:rect b="b" l="l" r="r" t="t"/>
              <a:pathLst>
                <a:path extrusionOk="0" h="860062" w="1391430">
                  <a:moveTo>
                    <a:pt x="74736" y="0"/>
                  </a:moveTo>
                  <a:lnTo>
                    <a:pt x="1316694" y="0"/>
                  </a:lnTo>
                  <a:cubicBezTo>
                    <a:pt x="1357970" y="0"/>
                    <a:pt x="1391430" y="33461"/>
                    <a:pt x="1391430" y="74736"/>
                  </a:cubicBezTo>
                  <a:lnTo>
                    <a:pt x="1391430" y="785326"/>
                  </a:lnTo>
                  <a:cubicBezTo>
                    <a:pt x="1391430" y="826601"/>
                    <a:pt x="1357970" y="860062"/>
                    <a:pt x="1316694" y="860062"/>
                  </a:cubicBezTo>
                  <a:lnTo>
                    <a:pt x="74736" y="860062"/>
                  </a:lnTo>
                  <a:cubicBezTo>
                    <a:pt x="33461" y="860062"/>
                    <a:pt x="0" y="826601"/>
                    <a:pt x="0" y="785326"/>
                  </a:cubicBezTo>
                  <a:lnTo>
                    <a:pt x="0" y="74736"/>
                  </a:lnTo>
                  <a:cubicBezTo>
                    <a:pt x="0" y="33461"/>
                    <a:pt x="33461" y="0"/>
                    <a:pt x="74736" y="0"/>
                  </a:cubicBezTo>
                  <a:close/>
                </a:path>
              </a:pathLst>
            </a:custGeom>
            <a:solidFill>
              <a:srgbClr val="F4F8FF">
                <a:alpha val="9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5"/>
            <p:cNvSpPr txBox="1"/>
            <p:nvPr/>
          </p:nvSpPr>
          <p:spPr>
            <a:xfrm>
              <a:off x="0" y="0"/>
              <a:ext cx="1391430" cy="860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5"/>
          <p:cNvGrpSpPr/>
          <p:nvPr/>
        </p:nvGrpSpPr>
        <p:grpSpPr>
          <a:xfrm>
            <a:off x="12290369" y="3232128"/>
            <a:ext cx="5356939" cy="3265548"/>
            <a:chOff x="0" y="0"/>
            <a:chExt cx="1410881" cy="860062"/>
          </a:xfrm>
        </p:grpSpPr>
        <p:sp>
          <p:nvSpPr>
            <p:cNvPr id="179" name="Google Shape;179;p5"/>
            <p:cNvSpPr/>
            <p:nvPr/>
          </p:nvSpPr>
          <p:spPr>
            <a:xfrm>
              <a:off x="0" y="0"/>
              <a:ext cx="1410881" cy="860062"/>
            </a:xfrm>
            <a:custGeom>
              <a:rect b="b" l="l" r="r" t="t"/>
              <a:pathLst>
                <a:path extrusionOk="0" h="860062" w="1410881">
                  <a:moveTo>
                    <a:pt x="73706" y="0"/>
                  </a:moveTo>
                  <a:lnTo>
                    <a:pt x="1337175" y="0"/>
                  </a:lnTo>
                  <a:cubicBezTo>
                    <a:pt x="1377882" y="0"/>
                    <a:pt x="1410881" y="32999"/>
                    <a:pt x="1410881" y="73706"/>
                  </a:cubicBezTo>
                  <a:lnTo>
                    <a:pt x="1410881" y="786356"/>
                  </a:lnTo>
                  <a:cubicBezTo>
                    <a:pt x="1410881" y="827063"/>
                    <a:pt x="1377882" y="860062"/>
                    <a:pt x="1337175" y="860062"/>
                  </a:cubicBezTo>
                  <a:lnTo>
                    <a:pt x="73706" y="860062"/>
                  </a:lnTo>
                  <a:cubicBezTo>
                    <a:pt x="32999" y="860062"/>
                    <a:pt x="0" y="827063"/>
                    <a:pt x="0" y="786356"/>
                  </a:cubicBezTo>
                  <a:lnTo>
                    <a:pt x="0" y="73706"/>
                  </a:lnTo>
                  <a:cubicBezTo>
                    <a:pt x="0" y="32999"/>
                    <a:pt x="32999" y="0"/>
                    <a:pt x="73706" y="0"/>
                  </a:cubicBezTo>
                  <a:close/>
                </a:path>
              </a:pathLst>
            </a:custGeom>
            <a:solidFill>
              <a:srgbClr val="F4F8FF">
                <a:alpha val="9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0" y="0"/>
              <a:ext cx="1410881" cy="860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5"/>
          <p:cNvSpPr/>
          <p:nvPr/>
        </p:nvSpPr>
        <p:spPr>
          <a:xfrm>
            <a:off x="6844043" y="6465306"/>
            <a:ext cx="4599918" cy="3376509"/>
          </a:xfrm>
          <a:custGeom>
            <a:rect b="b" l="l" r="r" t="t"/>
            <a:pathLst>
              <a:path extrusionOk="0" h="812800" w="1107301">
                <a:moveTo>
                  <a:pt x="38710" y="0"/>
                </a:moveTo>
                <a:lnTo>
                  <a:pt x="1068590" y="0"/>
                </a:lnTo>
                <a:cubicBezTo>
                  <a:pt x="1089969" y="0"/>
                  <a:pt x="1107301" y="17331"/>
                  <a:pt x="1107301" y="38710"/>
                </a:cubicBezTo>
                <a:lnTo>
                  <a:pt x="1107301" y="774090"/>
                </a:lnTo>
                <a:cubicBezTo>
                  <a:pt x="1107301" y="795469"/>
                  <a:pt x="1089969" y="812800"/>
                  <a:pt x="1068590" y="812800"/>
                </a:cubicBezTo>
                <a:lnTo>
                  <a:pt x="38710" y="812800"/>
                </a:lnTo>
                <a:cubicBezTo>
                  <a:pt x="17331" y="812800"/>
                  <a:pt x="0" y="795469"/>
                  <a:pt x="0" y="774090"/>
                </a:cubicBezTo>
                <a:lnTo>
                  <a:pt x="0" y="38710"/>
                </a:lnTo>
                <a:cubicBezTo>
                  <a:pt x="0" y="17331"/>
                  <a:pt x="17331" y="0"/>
                  <a:pt x="3871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4813" r="-1481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1062141" y="6465306"/>
            <a:ext cx="4599918" cy="3376509"/>
          </a:xfrm>
          <a:custGeom>
            <a:rect b="b" l="l" r="r" t="t"/>
            <a:pathLst>
              <a:path extrusionOk="0" h="812800" w="1107301">
                <a:moveTo>
                  <a:pt x="38710" y="0"/>
                </a:moveTo>
                <a:lnTo>
                  <a:pt x="1068590" y="0"/>
                </a:lnTo>
                <a:cubicBezTo>
                  <a:pt x="1089969" y="0"/>
                  <a:pt x="1107301" y="17331"/>
                  <a:pt x="1107301" y="38710"/>
                </a:cubicBezTo>
                <a:lnTo>
                  <a:pt x="1107301" y="774090"/>
                </a:lnTo>
                <a:cubicBezTo>
                  <a:pt x="1107301" y="795469"/>
                  <a:pt x="1089969" y="812800"/>
                  <a:pt x="1068590" y="812800"/>
                </a:cubicBezTo>
                <a:lnTo>
                  <a:pt x="38710" y="812800"/>
                </a:lnTo>
                <a:cubicBezTo>
                  <a:pt x="17331" y="812800"/>
                  <a:pt x="0" y="795469"/>
                  <a:pt x="0" y="774090"/>
                </a:cubicBezTo>
                <a:lnTo>
                  <a:pt x="0" y="38710"/>
                </a:lnTo>
                <a:cubicBezTo>
                  <a:pt x="0" y="17331"/>
                  <a:pt x="17331" y="0"/>
                  <a:pt x="38710" y="0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7346" r="-2927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12668881" y="6497676"/>
            <a:ext cx="4599918" cy="3376509"/>
          </a:xfrm>
          <a:custGeom>
            <a:rect b="b" l="l" r="r" t="t"/>
            <a:pathLst>
              <a:path extrusionOk="0" h="812800" w="1107301">
                <a:moveTo>
                  <a:pt x="38710" y="0"/>
                </a:moveTo>
                <a:lnTo>
                  <a:pt x="1068590" y="0"/>
                </a:lnTo>
                <a:cubicBezTo>
                  <a:pt x="1089969" y="0"/>
                  <a:pt x="1107301" y="17331"/>
                  <a:pt x="1107301" y="38710"/>
                </a:cubicBezTo>
                <a:lnTo>
                  <a:pt x="1107301" y="774090"/>
                </a:lnTo>
                <a:cubicBezTo>
                  <a:pt x="1107301" y="795469"/>
                  <a:pt x="1089969" y="812800"/>
                  <a:pt x="1068590" y="812800"/>
                </a:cubicBezTo>
                <a:lnTo>
                  <a:pt x="38710" y="812800"/>
                </a:lnTo>
                <a:cubicBezTo>
                  <a:pt x="17331" y="812800"/>
                  <a:pt x="0" y="795469"/>
                  <a:pt x="0" y="774090"/>
                </a:cubicBezTo>
                <a:lnTo>
                  <a:pt x="0" y="38710"/>
                </a:lnTo>
                <a:cubicBezTo>
                  <a:pt x="0" y="17331"/>
                  <a:pt x="17331" y="0"/>
                  <a:pt x="3871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-119934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1151905" y="3188297"/>
            <a:ext cx="45102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3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¿Qu</a:t>
            </a:r>
            <a:r>
              <a:rPr b="1" lang="en-US" sz="4043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é</a:t>
            </a:r>
            <a:r>
              <a:rPr b="1" i="0" lang="en-US" sz="4043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 es el CORE?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6724477" y="3217923"/>
            <a:ext cx="4839046" cy="68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3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¿Cómo funciona?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13462916" y="3155928"/>
            <a:ext cx="3011845" cy="687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3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¿Qué hace?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940269" y="4056744"/>
            <a:ext cx="4933422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Es el órgano colegiado que representa a la comunidad y toma decisiones estratégicas para el desarrollo regional.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6677289" y="4056744"/>
            <a:ext cx="4933422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Opera mediante comisiones y sesiones de pleno, siguiendo la Ley 19.175 y su reglamento, generando minutas, acuerdos y votaciones.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12461819" y="4059486"/>
            <a:ext cx="4933422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22A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Aprueba proyectos y recursos regionales, fiscaliza la gestión pública y emite acuerdos que orientan el desarrollo de la región.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406903" y="1051189"/>
            <a:ext cx="2798631" cy="820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22" u="none" cap="none" strike="noStrike">
                <a:solidFill>
                  <a:srgbClr val="122A40"/>
                </a:solidFill>
                <a:latin typeface="Open Sans"/>
                <a:ea typeface="Open Sans"/>
                <a:cs typeface="Open Sans"/>
                <a:sym typeface="Open Sans"/>
              </a:rPr>
              <a:t>Contexto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/>
          <p:nvPr/>
        </p:nvSpPr>
        <p:spPr>
          <a:xfrm>
            <a:off x="-8363622" y="-2142526"/>
            <a:ext cx="26848689" cy="8642470"/>
          </a:xfrm>
          <a:custGeom>
            <a:rect b="b" l="l" r="r" t="t"/>
            <a:pathLst>
              <a:path extrusionOk="0"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1"/>
                </a:lnTo>
                <a:lnTo>
                  <a:pt x="0" y="8642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6" name="Google Shape;196;p6"/>
          <p:cNvGrpSpPr/>
          <p:nvPr/>
        </p:nvGrpSpPr>
        <p:grpSpPr>
          <a:xfrm>
            <a:off x="-383475" y="931960"/>
            <a:ext cx="5787097" cy="985325"/>
            <a:chOff x="0" y="0"/>
            <a:chExt cx="1524174" cy="259509"/>
          </a:xfrm>
        </p:grpSpPr>
        <p:sp>
          <p:nvSpPr>
            <p:cNvPr id="197" name="Google Shape;197;p6"/>
            <p:cNvSpPr/>
            <p:nvPr/>
          </p:nvSpPr>
          <p:spPr>
            <a:xfrm>
              <a:off x="0" y="0"/>
              <a:ext cx="1524174" cy="259509"/>
            </a:xfrm>
            <a:custGeom>
              <a:rect b="b" l="l" r="r" t="t"/>
              <a:pathLst>
                <a:path extrusionOk="0"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198" name="Google Shape;198;p6"/>
            <p:cNvSpPr txBox="1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6"/>
          <p:cNvGrpSpPr/>
          <p:nvPr/>
        </p:nvGrpSpPr>
        <p:grpSpPr>
          <a:xfrm>
            <a:off x="4573335" y="594336"/>
            <a:ext cx="1660574" cy="1660574"/>
            <a:chOff x="0" y="0"/>
            <a:chExt cx="812800" cy="812800"/>
          </a:xfrm>
        </p:grpSpPr>
        <p:sp>
          <p:nvSpPr>
            <p:cNvPr id="200" name="Google Shape;200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75" lIns="22875" spcFirstLastPara="1" rIns="22875" wrap="square" tIns="228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6"/>
          <p:cNvGrpSpPr/>
          <p:nvPr/>
        </p:nvGrpSpPr>
        <p:grpSpPr>
          <a:xfrm>
            <a:off x="2012560" y="2845690"/>
            <a:ext cx="8755738" cy="4910029"/>
            <a:chOff x="0" y="0"/>
            <a:chExt cx="2306038" cy="1293176"/>
          </a:xfrm>
        </p:grpSpPr>
        <p:sp>
          <p:nvSpPr>
            <p:cNvPr id="203" name="Google Shape;203;p6"/>
            <p:cNvSpPr/>
            <p:nvPr/>
          </p:nvSpPr>
          <p:spPr>
            <a:xfrm>
              <a:off x="0" y="0"/>
              <a:ext cx="2306038" cy="1293176"/>
            </a:xfrm>
            <a:custGeom>
              <a:rect b="b" l="l" r="r" t="t"/>
              <a:pathLst>
                <a:path extrusionOk="0" h="1293176" w="2306038">
                  <a:moveTo>
                    <a:pt x="45095" y="0"/>
                  </a:moveTo>
                  <a:lnTo>
                    <a:pt x="2260943" y="0"/>
                  </a:lnTo>
                  <a:cubicBezTo>
                    <a:pt x="2272903" y="0"/>
                    <a:pt x="2284373" y="4751"/>
                    <a:pt x="2292830" y="13208"/>
                  </a:cubicBezTo>
                  <a:cubicBezTo>
                    <a:pt x="2301287" y="21665"/>
                    <a:pt x="2306038" y="33135"/>
                    <a:pt x="2306038" y="45095"/>
                  </a:cubicBezTo>
                  <a:lnTo>
                    <a:pt x="2306038" y="1248082"/>
                  </a:lnTo>
                  <a:cubicBezTo>
                    <a:pt x="2306038" y="1260041"/>
                    <a:pt x="2301287" y="1271511"/>
                    <a:pt x="2292830" y="1279968"/>
                  </a:cubicBezTo>
                  <a:cubicBezTo>
                    <a:pt x="2284373" y="1288425"/>
                    <a:pt x="2272903" y="1293176"/>
                    <a:pt x="2260943" y="1293176"/>
                  </a:cubicBezTo>
                  <a:lnTo>
                    <a:pt x="45095" y="1293176"/>
                  </a:lnTo>
                  <a:cubicBezTo>
                    <a:pt x="33135" y="1293176"/>
                    <a:pt x="21665" y="1288425"/>
                    <a:pt x="13208" y="1279968"/>
                  </a:cubicBezTo>
                  <a:cubicBezTo>
                    <a:pt x="4751" y="1271511"/>
                    <a:pt x="0" y="1260041"/>
                    <a:pt x="0" y="1248082"/>
                  </a:cubicBezTo>
                  <a:lnTo>
                    <a:pt x="0" y="45095"/>
                  </a:lnTo>
                  <a:cubicBezTo>
                    <a:pt x="0" y="33135"/>
                    <a:pt x="4751" y="21665"/>
                    <a:pt x="13208" y="13208"/>
                  </a:cubicBezTo>
                  <a:cubicBezTo>
                    <a:pt x="21665" y="4751"/>
                    <a:pt x="33135" y="0"/>
                    <a:pt x="45095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6"/>
            <p:cNvSpPr txBox="1"/>
            <p:nvPr/>
          </p:nvSpPr>
          <p:spPr>
            <a:xfrm>
              <a:off x="0" y="0"/>
              <a:ext cx="2306038" cy="1293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6"/>
          <p:cNvSpPr/>
          <p:nvPr/>
        </p:nvSpPr>
        <p:spPr>
          <a:xfrm>
            <a:off x="11061210" y="2845690"/>
            <a:ext cx="5358918" cy="4910029"/>
          </a:xfrm>
          <a:custGeom>
            <a:rect b="b" l="l" r="r" t="t"/>
            <a:pathLst>
              <a:path extrusionOk="0" h="4910029" w="5358918">
                <a:moveTo>
                  <a:pt x="0" y="0"/>
                </a:moveTo>
                <a:lnTo>
                  <a:pt x="5358918" y="0"/>
                </a:lnTo>
                <a:lnTo>
                  <a:pt x="5358918" y="4910029"/>
                </a:lnTo>
                <a:lnTo>
                  <a:pt x="0" y="49100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142" l="0" r="-3095" t="-3376"/>
            </a:stretch>
          </a:blipFill>
          <a:ln>
            <a:noFill/>
          </a:ln>
        </p:spPr>
      </p:sp>
      <p:sp>
        <p:nvSpPr>
          <p:cNvPr id="206" name="Google Shape;206;p6"/>
          <p:cNvSpPr/>
          <p:nvPr/>
        </p:nvSpPr>
        <p:spPr>
          <a:xfrm>
            <a:off x="4882597" y="915450"/>
            <a:ext cx="1042050" cy="888585"/>
          </a:xfrm>
          <a:custGeom>
            <a:rect b="b" l="l" r="r" t="t"/>
            <a:pathLst>
              <a:path extrusionOk="0" h="888585" w="1042050">
                <a:moveTo>
                  <a:pt x="0" y="0"/>
                </a:moveTo>
                <a:lnTo>
                  <a:pt x="1042050" y="0"/>
                </a:lnTo>
                <a:lnTo>
                  <a:pt x="1042050" y="888585"/>
                </a:lnTo>
                <a:lnTo>
                  <a:pt x="0" y="888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6"/>
          <p:cNvSpPr txBox="1"/>
          <p:nvPr/>
        </p:nvSpPr>
        <p:spPr>
          <a:xfrm>
            <a:off x="141617" y="923925"/>
            <a:ext cx="4322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Problemática</a:t>
            </a:r>
            <a:endParaRPr sz="1200"/>
          </a:p>
        </p:txBody>
      </p:sp>
      <p:sp>
        <p:nvSpPr>
          <p:cNvPr id="208" name="Google Shape;208;p6"/>
          <p:cNvSpPr txBox="1"/>
          <p:nvPr/>
        </p:nvSpPr>
        <p:spPr>
          <a:xfrm>
            <a:off x="2688012" y="3668861"/>
            <a:ext cx="7404834" cy="2831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0" u="none" cap="none" strike="noStrike">
                <a:solidFill>
                  <a:srgbClr val="F4F8FF"/>
                </a:solidFill>
                <a:latin typeface="Open Sans"/>
                <a:ea typeface="Open Sans"/>
                <a:cs typeface="Open Sans"/>
                <a:sym typeface="Open Sans"/>
              </a:rPr>
              <a:t>La ineficiencia en flujo de documentación de las comisiones del Consejo Regional de Valparaíso.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-8363622" y="-2142526"/>
            <a:ext cx="26848689" cy="8642470"/>
          </a:xfrm>
          <a:custGeom>
            <a:rect b="b" l="l" r="r" t="t"/>
            <a:pathLst>
              <a:path extrusionOk="0"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1"/>
                </a:lnTo>
                <a:lnTo>
                  <a:pt x="0" y="8642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4" name="Google Shape;214;p7"/>
          <p:cNvGrpSpPr/>
          <p:nvPr/>
        </p:nvGrpSpPr>
        <p:grpSpPr>
          <a:xfrm>
            <a:off x="-383475" y="931960"/>
            <a:ext cx="5787097" cy="985325"/>
            <a:chOff x="0" y="0"/>
            <a:chExt cx="1524174" cy="259509"/>
          </a:xfrm>
        </p:grpSpPr>
        <p:sp>
          <p:nvSpPr>
            <p:cNvPr id="215" name="Google Shape;215;p7"/>
            <p:cNvSpPr/>
            <p:nvPr/>
          </p:nvSpPr>
          <p:spPr>
            <a:xfrm>
              <a:off x="0" y="0"/>
              <a:ext cx="1524174" cy="259509"/>
            </a:xfrm>
            <a:custGeom>
              <a:rect b="b" l="l" r="r" t="t"/>
              <a:pathLst>
                <a:path extrusionOk="0"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216" name="Google Shape;216;p7"/>
            <p:cNvSpPr txBox="1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7"/>
          <p:cNvGrpSpPr/>
          <p:nvPr/>
        </p:nvGrpSpPr>
        <p:grpSpPr>
          <a:xfrm>
            <a:off x="4573335" y="594336"/>
            <a:ext cx="1660574" cy="1660574"/>
            <a:chOff x="0" y="0"/>
            <a:chExt cx="812800" cy="812800"/>
          </a:xfrm>
        </p:grpSpPr>
        <p:sp>
          <p:nvSpPr>
            <p:cNvPr id="218" name="Google Shape;218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75" lIns="22875" spcFirstLastPara="1" rIns="22875" wrap="square" tIns="228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7"/>
          <p:cNvGrpSpPr/>
          <p:nvPr/>
        </p:nvGrpSpPr>
        <p:grpSpPr>
          <a:xfrm>
            <a:off x="2012560" y="2845690"/>
            <a:ext cx="8755738" cy="4910029"/>
            <a:chOff x="0" y="0"/>
            <a:chExt cx="2306038" cy="1293176"/>
          </a:xfrm>
        </p:grpSpPr>
        <p:sp>
          <p:nvSpPr>
            <p:cNvPr id="221" name="Google Shape;221;p7"/>
            <p:cNvSpPr/>
            <p:nvPr/>
          </p:nvSpPr>
          <p:spPr>
            <a:xfrm>
              <a:off x="0" y="0"/>
              <a:ext cx="2306038" cy="1293176"/>
            </a:xfrm>
            <a:custGeom>
              <a:rect b="b" l="l" r="r" t="t"/>
              <a:pathLst>
                <a:path extrusionOk="0" h="1293176" w="2306038">
                  <a:moveTo>
                    <a:pt x="45095" y="0"/>
                  </a:moveTo>
                  <a:lnTo>
                    <a:pt x="2260943" y="0"/>
                  </a:lnTo>
                  <a:cubicBezTo>
                    <a:pt x="2272903" y="0"/>
                    <a:pt x="2284373" y="4751"/>
                    <a:pt x="2292830" y="13208"/>
                  </a:cubicBezTo>
                  <a:cubicBezTo>
                    <a:pt x="2301287" y="21665"/>
                    <a:pt x="2306038" y="33135"/>
                    <a:pt x="2306038" y="45095"/>
                  </a:cubicBezTo>
                  <a:lnTo>
                    <a:pt x="2306038" y="1248082"/>
                  </a:lnTo>
                  <a:cubicBezTo>
                    <a:pt x="2306038" y="1260041"/>
                    <a:pt x="2301287" y="1271511"/>
                    <a:pt x="2292830" y="1279968"/>
                  </a:cubicBezTo>
                  <a:cubicBezTo>
                    <a:pt x="2284373" y="1288425"/>
                    <a:pt x="2272903" y="1293176"/>
                    <a:pt x="2260943" y="1293176"/>
                  </a:cubicBezTo>
                  <a:lnTo>
                    <a:pt x="45095" y="1293176"/>
                  </a:lnTo>
                  <a:cubicBezTo>
                    <a:pt x="33135" y="1293176"/>
                    <a:pt x="21665" y="1288425"/>
                    <a:pt x="13208" y="1279968"/>
                  </a:cubicBezTo>
                  <a:cubicBezTo>
                    <a:pt x="4751" y="1271511"/>
                    <a:pt x="0" y="1260041"/>
                    <a:pt x="0" y="1248082"/>
                  </a:cubicBezTo>
                  <a:lnTo>
                    <a:pt x="0" y="45095"/>
                  </a:lnTo>
                  <a:cubicBezTo>
                    <a:pt x="0" y="33135"/>
                    <a:pt x="4751" y="21665"/>
                    <a:pt x="13208" y="13208"/>
                  </a:cubicBezTo>
                  <a:cubicBezTo>
                    <a:pt x="21665" y="4751"/>
                    <a:pt x="33135" y="0"/>
                    <a:pt x="45095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7"/>
            <p:cNvSpPr txBox="1"/>
            <p:nvPr/>
          </p:nvSpPr>
          <p:spPr>
            <a:xfrm>
              <a:off x="0" y="0"/>
              <a:ext cx="2306038" cy="1293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7"/>
          <p:cNvSpPr/>
          <p:nvPr/>
        </p:nvSpPr>
        <p:spPr>
          <a:xfrm>
            <a:off x="4833250" y="859436"/>
            <a:ext cx="1140744" cy="1130373"/>
          </a:xfrm>
          <a:custGeom>
            <a:rect b="b" l="l" r="r" t="t"/>
            <a:pathLst>
              <a:path extrusionOk="0" h="1130373" w="1140744">
                <a:moveTo>
                  <a:pt x="0" y="0"/>
                </a:moveTo>
                <a:lnTo>
                  <a:pt x="1140744" y="0"/>
                </a:lnTo>
                <a:lnTo>
                  <a:pt x="1140744" y="1130373"/>
                </a:lnTo>
                <a:lnTo>
                  <a:pt x="0" y="11303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7"/>
          <p:cNvSpPr/>
          <p:nvPr/>
        </p:nvSpPr>
        <p:spPr>
          <a:xfrm>
            <a:off x="11061210" y="2845690"/>
            <a:ext cx="5214230" cy="4781284"/>
          </a:xfrm>
          <a:custGeom>
            <a:rect b="b" l="l" r="r" t="t"/>
            <a:pathLst>
              <a:path extrusionOk="0" h="4781284" w="5214230">
                <a:moveTo>
                  <a:pt x="0" y="0"/>
                </a:moveTo>
                <a:lnTo>
                  <a:pt x="5214230" y="0"/>
                </a:lnTo>
                <a:lnTo>
                  <a:pt x="5214230" y="4781284"/>
                </a:lnTo>
                <a:lnTo>
                  <a:pt x="0" y="4781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9053" l="0" r="0" t="0"/>
            </a:stretch>
          </a:blipFill>
          <a:ln>
            <a:noFill/>
          </a:ln>
        </p:spPr>
      </p:sp>
      <p:sp>
        <p:nvSpPr>
          <p:cNvPr id="225" name="Google Shape;225;p7"/>
          <p:cNvSpPr txBox="1"/>
          <p:nvPr/>
        </p:nvSpPr>
        <p:spPr>
          <a:xfrm>
            <a:off x="530268" y="884335"/>
            <a:ext cx="3421261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Necesidad</a:t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2880557" y="3187458"/>
            <a:ext cx="7404900" cy="4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Optimizar el flujo y la gestión de la documentación que se generan en las comisiones del CORE de la región de Valparaíso.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8"/>
          <p:cNvGrpSpPr/>
          <p:nvPr/>
        </p:nvGrpSpPr>
        <p:grpSpPr>
          <a:xfrm>
            <a:off x="0" y="506130"/>
            <a:ext cx="9882464" cy="982454"/>
            <a:chOff x="0" y="0"/>
            <a:chExt cx="2602789" cy="258753"/>
          </a:xfrm>
        </p:grpSpPr>
        <p:sp>
          <p:nvSpPr>
            <p:cNvPr id="232" name="Google Shape;232;p8"/>
            <p:cNvSpPr/>
            <p:nvPr/>
          </p:nvSpPr>
          <p:spPr>
            <a:xfrm>
              <a:off x="0" y="0"/>
              <a:ext cx="2602789" cy="258753"/>
            </a:xfrm>
            <a:custGeom>
              <a:rect b="b" l="l" r="r" t="t"/>
              <a:pathLst>
                <a:path extrusionOk="0" h="258753" w="2602789">
                  <a:moveTo>
                    <a:pt x="0" y="0"/>
                  </a:moveTo>
                  <a:lnTo>
                    <a:pt x="2602789" y="0"/>
                  </a:lnTo>
                  <a:lnTo>
                    <a:pt x="2602789" y="258753"/>
                  </a:lnTo>
                  <a:lnTo>
                    <a:pt x="0" y="258753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233" name="Google Shape;233;p8"/>
            <p:cNvSpPr txBox="1"/>
            <p:nvPr/>
          </p:nvSpPr>
          <p:spPr>
            <a:xfrm>
              <a:off x="0" y="0"/>
              <a:ext cx="2602789" cy="258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8"/>
          <p:cNvSpPr/>
          <p:nvPr/>
        </p:nvSpPr>
        <p:spPr>
          <a:xfrm flipH="1" rot="-8501937">
            <a:off x="7559921" y="1120280"/>
            <a:ext cx="15361663" cy="4678552"/>
          </a:xfrm>
          <a:custGeom>
            <a:rect b="b" l="l" r="r" t="t"/>
            <a:pathLst>
              <a:path extrusionOk="0" h="4678552" w="15361663">
                <a:moveTo>
                  <a:pt x="0" y="4678552"/>
                </a:moveTo>
                <a:lnTo>
                  <a:pt x="15361663" y="4678552"/>
                </a:lnTo>
                <a:lnTo>
                  <a:pt x="15361663" y="0"/>
                </a:lnTo>
                <a:lnTo>
                  <a:pt x="0" y="0"/>
                </a:lnTo>
                <a:lnTo>
                  <a:pt x="0" y="4678552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5" name="Google Shape;235;p8"/>
          <p:cNvGrpSpPr/>
          <p:nvPr/>
        </p:nvGrpSpPr>
        <p:grpSpPr>
          <a:xfrm>
            <a:off x="9451683" y="195804"/>
            <a:ext cx="1634450" cy="1634450"/>
            <a:chOff x="0" y="0"/>
            <a:chExt cx="812800" cy="812800"/>
          </a:xfrm>
        </p:grpSpPr>
        <p:sp>
          <p:nvSpPr>
            <p:cNvPr id="236" name="Google Shape;236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p8"/>
          <p:cNvSpPr/>
          <p:nvPr/>
        </p:nvSpPr>
        <p:spPr>
          <a:xfrm>
            <a:off x="9808128" y="449383"/>
            <a:ext cx="921560" cy="1127290"/>
          </a:xfrm>
          <a:custGeom>
            <a:rect b="b" l="l" r="r" t="t"/>
            <a:pathLst>
              <a:path extrusionOk="0" h="1127290" w="921560">
                <a:moveTo>
                  <a:pt x="0" y="0"/>
                </a:moveTo>
                <a:lnTo>
                  <a:pt x="921560" y="0"/>
                </a:lnTo>
                <a:lnTo>
                  <a:pt x="921560" y="1127291"/>
                </a:lnTo>
                <a:lnTo>
                  <a:pt x="0" y="1127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9" name="Google Shape;239;p8"/>
          <p:cNvGrpSpPr/>
          <p:nvPr/>
        </p:nvGrpSpPr>
        <p:grpSpPr>
          <a:xfrm>
            <a:off x="1028700" y="3049582"/>
            <a:ext cx="9248974" cy="4625959"/>
            <a:chOff x="0" y="0"/>
            <a:chExt cx="2380381" cy="1190569"/>
          </a:xfrm>
        </p:grpSpPr>
        <p:sp>
          <p:nvSpPr>
            <p:cNvPr id="240" name="Google Shape;240;p8"/>
            <p:cNvSpPr/>
            <p:nvPr/>
          </p:nvSpPr>
          <p:spPr>
            <a:xfrm>
              <a:off x="0" y="0"/>
              <a:ext cx="2380381" cy="1190569"/>
            </a:xfrm>
            <a:custGeom>
              <a:rect b="b" l="l" r="r" t="t"/>
              <a:pathLst>
                <a:path extrusionOk="0" h="1190569" w="2380381">
                  <a:moveTo>
                    <a:pt x="42690" y="0"/>
                  </a:moveTo>
                  <a:lnTo>
                    <a:pt x="2337691" y="0"/>
                  </a:lnTo>
                  <a:cubicBezTo>
                    <a:pt x="2349013" y="0"/>
                    <a:pt x="2359872" y="4498"/>
                    <a:pt x="2367878" y="12504"/>
                  </a:cubicBezTo>
                  <a:cubicBezTo>
                    <a:pt x="2375883" y="20509"/>
                    <a:pt x="2380381" y="31368"/>
                    <a:pt x="2380381" y="42690"/>
                  </a:cubicBezTo>
                  <a:lnTo>
                    <a:pt x="2380381" y="1147879"/>
                  </a:lnTo>
                  <a:cubicBezTo>
                    <a:pt x="2380381" y="1159202"/>
                    <a:pt x="2375883" y="1170060"/>
                    <a:pt x="2367878" y="1178066"/>
                  </a:cubicBezTo>
                  <a:cubicBezTo>
                    <a:pt x="2359872" y="1186072"/>
                    <a:pt x="2349013" y="1190569"/>
                    <a:pt x="2337691" y="1190569"/>
                  </a:cubicBezTo>
                  <a:lnTo>
                    <a:pt x="42690" y="1190569"/>
                  </a:lnTo>
                  <a:cubicBezTo>
                    <a:pt x="19113" y="1190569"/>
                    <a:pt x="0" y="1171456"/>
                    <a:pt x="0" y="1147879"/>
                  </a:cubicBezTo>
                  <a:lnTo>
                    <a:pt x="0" y="42690"/>
                  </a:lnTo>
                  <a:cubicBezTo>
                    <a:pt x="0" y="31368"/>
                    <a:pt x="4498" y="20509"/>
                    <a:pt x="12504" y="12504"/>
                  </a:cubicBezTo>
                  <a:cubicBezTo>
                    <a:pt x="20509" y="4498"/>
                    <a:pt x="31368" y="0"/>
                    <a:pt x="42690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8"/>
            <p:cNvSpPr txBox="1"/>
            <p:nvPr/>
          </p:nvSpPr>
          <p:spPr>
            <a:xfrm>
              <a:off x="0" y="0"/>
              <a:ext cx="2380381" cy="1190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8"/>
          <p:cNvSpPr/>
          <p:nvPr/>
        </p:nvSpPr>
        <p:spPr>
          <a:xfrm>
            <a:off x="10729688" y="1930744"/>
            <a:ext cx="7019473" cy="7019501"/>
          </a:xfrm>
          <a:custGeom>
            <a:rect b="b" l="l" r="r" t="t"/>
            <a:pathLst>
              <a:path extrusionOk="0" h="7019501" w="7019473">
                <a:moveTo>
                  <a:pt x="0" y="0"/>
                </a:moveTo>
                <a:lnTo>
                  <a:pt x="7019473" y="0"/>
                </a:lnTo>
                <a:lnTo>
                  <a:pt x="7019473" y="7019500"/>
                </a:lnTo>
                <a:lnTo>
                  <a:pt x="0" y="7019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50941" t="0"/>
            </a:stretch>
          </a:blipFill>
          <a:ln>
            <a:noFill/>
          </a:ln>
        </p:spPr>
      </p:sp>
      <p:sp>
        <p:nvSpPr>
          <p:cNvPr id="243" name="Google Shape;243;p8"/>
          <p:cNvSpPr txBox="1"/>
          <p:nvPr/>
        </p:nvSpPr>
        <p:spPr>
          <a:xfrm>
            <a:off x="127394" y="546028"/>
            <a:ext cx="9189183" cy="816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Requerimientos del usuario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1231173" y="3284741"/>
            <a:ext cx="8806716" cy="4599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5867" lvl="1" marL="611735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3"/>
              <a:buFont typeface="Arial"/>
              <a:buChar char="•"/>
            </a:pPr>
            <a:r>
              <a:rPr b="0" i="0" lang="en-US" sz="283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digital de minutas para las comisiones.</a:t>
            </a:r>
            <a:endParaRPr/>
          </a:p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5867" lvl="1" marL="611735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3"/>
              <a:buFont typeface="Arial"/>
              <a:buChar char="•"/>
            </a:pPr>
            <a:r>
              <a:rPr b="0" i="0" lang="en-US" sz="283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de asistencia y registro en minuta.</a:t>
            </a:r>
            <a:endParaRPr/>
          </a:p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5867" lvl="1" marL="611735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3"/>
              <a:buFont typeface="Arial"/>
              <a:buChar char="•"/>
            </a:pPr>
            <a:r>
              <a:rPr b="0" i="0" lang="en-US" sz="283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de votación y registro en minuta.</a:t>
            </a:r>
            <a:endParaRPr/>
          </a:p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5867" lvl="1" marL="611735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3"/>
              <a:buFont typeface="Arial"/>
              <a:buChar char="•"/>
            </a:pPr>
            <a:r>
              <a:rPr b="0" i="0" lang="en-US" sz="283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Historial y trazabilidad de la documentación.</a:t>
            </a:r>
            <a:endParaRPr/>
          </a:p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9"/>
          <p:cNvGrpSpPr/>
          <p:nvPr/>
        </p:nvGrpSpPr>
        <p:grpSpPr>
          <a:xfrm>
            <a:off x="0" y="506130"/>
            <a:ext cx="9882464" cy="982454"/>
            <a:chOff x="0" y="0"/>
            <a:chExt cx="2602789" cy="258753"/>
          </a:xfrm>
        </p:grpSpPr>
        <p:sp>
          <p:nvSpPr>
            <p:cNvPr id="250" name="Google Shape;250;p9"/>
            <p:cNvSpPr/>
            <p:nvPr/>
          </p:nvSpPr>
          <p:spPr>
            <a:xfrm>
              <a:off x="0" y="0"/>
              <a:ext cx="2602789" cy="258753"/>
            </a:xfrm>
            <a:custGeom>
              <a:rect b="b" l="l" r="r" t="t"/>
              <a:pathLst>
                <a:path extrusionOk="0" h="258753" w="2602789">
                  <a:moveTo>
                    <a:pt x="0" y="0"/>
                  </a:moveTo>
                  <a:lnTo>
                    <a:pt x="2602789" y="0"/>
                  </a:lnTo>
                  <a:lnTo>
                    <a:pt x="2602789" y="258753"/>
                  </a:lnTo>
                  <a:lnTo>
                    <a:pt x="0" y="258753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251" name="Google Shape;251;p9"/>
            <p:cNvSpPr txBox="1"/>
            <p:nvPr/>
          </p:nvSpPr>
          <p:spPr>
            <a:xfrm>
              <a:off x="0" y="0"/>
              <a:ext cx="2602789" cy="2587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9"/>
          <p:cNvSpPr/>
          <p:nvPr/>
        </p:nvSpPr>
        <p:spPr>
          <a:xfrm flipH="1" rot="-8501937">
            <a:off x="7559921" y="1120280"/>
            <a:ext cx="15361663" cy="4678552"/>
          </a:xfrm>
          <a:custGeom>
            <a:rect b="b" l="l" r="r" t="t"/>
            <a:pathLst>
              <a:path extrusionOk="0" h="4678552" w="15361663">
                <a:moveTo>
                  <a:pt x="0" y="4678552"/>
                </a:moveTo>
                <a:lnTo>
                  <a:pt x="15361663" y="4678552"/>
                </a:lnTo>
                <a:lnTo>
                  <a:pt x="15361663" y="0"/>
                </a:lnTo>
                <a:lnTo>
                  <a:pt x="0" y="0"/>
                </a:lnTo>
                <a:lnTo>
                  <a:pt x="0" y="4678552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3" name="Google Shape;253;p9"/>
          <p:cNvGrpSpPr/>
          <p:nvPr/>
        </p:nvGrpSpPr>
        <p:grpSpPr>
          <a:xfrm>
            <a:off x="9451683" y="195804"/>
            <a:ext cx="1634450" cy="1634450"/>
            <a:chOff x="0" y="0"/>
            <a:chExt cx="812800" cy="812800"/>
          </a:xfrm>
        </p:grpSpPr>
        <p:sp>
          <p:nvSpPr>
            <p:cNvPr id="254" name="Google Shape;254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9"/>
          <p:cNvSpPr/>
          <p:nvPr/>
        </p:nvSpPr>
        <p:spPr>
          <a:xfrm>
            <a:off x="9808128" y="449383"/>
            <a:ext cx="921560" cy="1127290"/>
          </a:xfrm>
          <a:custGeom>
            <a:rect b="b" l="l" r="r" t="t"/>
            <a:pathLst>
              <a:path extrusionOk="0" h="1127290" w="921560">
                <a:moveTo>
                  <a:pt x="0" y="0"/>
                </a:moveTo>
                <a:lnTo>
                  <a:pt x="921560" y="0"/>
                </a:lnTo>
                <a:lnTo>
                  <a:pt x="921560" y="1127291"/>
                </a:lnTo>
                <a:lnTo>
                  <a:pt x="0" y="1127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7" name="Google Shape;257;p9"/>
          <p:cNvGrpSpPr/>
          <p:nvPr/>
        </p:nvGrpSpPr>
        <p:grpSpPr>
          <a:xfrm>
            <a:off x="1028700" y="3049582"/>
            <a:ext cx="9009188" cy="4717779"/>
            <a:chOff x="0" y="0"/>
            <a:chExt cx="2318668" cy="1214201"/>
          </a:xfrm>
        </p:grpSpPr>
        <p:sp>
          <p:nvSpPr>
            <p:cNvPr id="258" name="Google Shape;258;p9"/>
            <p:cNvSpPr/>
            <p:nvPr/>
          </p:nvSpPr>
          <p:spPr>
            <a:xfrm>
              <a:off x="0" y="0"/>
              <a:ext cx="2318668" cy="1214201"/>
            </a:xfrm>
            <a:custGeom>
              <a:rect b="b" l="l" r="r" t="t"/>
              <a:pathLst>
                <a:path extrusionOk="0" h="1214201" w="2318668">
                  <a:moveTo>
                    <a:pt x="43826" y="0"/>
                  </a:moveTo>
                  <a:lnTo>
                    <a:pt x="2274842" y="0"/>
                  </a:lnTo>
                  <a:cubicBezTo>
                    <a:pt x="2299046" y="0"/>
                    <a:pt x="2318668" y="19622"/>
                    <a:pt x="2318668" y="43826"/>
                  </a:cubicBezTo>
                  <a:lnTo>
                    <a:pt x="2318668" y="1170375"/>
                  </a:lnTo>
                  <a:cubicBezTo>
                    <a:pt x="2318668" y="1181998"/>
                    <a:pt x="2314051" y="1193145"/>
                    <a:pt x="2305832" y="1201364"/>
                  </a:cubicBezTo>
                  <a:cubicBezTo>
                    <a:pt x="2297613" y="1209583"/>
                    <a:pt x="2286465" y="1214201"/>
                    <a:pt x="2274842" y="1214201"/>
                  </a:cubicBezTo>
                  <a:lnTo>
                    <a:pt x="43826" y="1214201"/>
                  </a:lnTo>
                  <a:cubicBezTo>
                    <a:pt x="19622" y="1214201"/>
                    <a:pt x="0" y="1194579"/>
                    <a:pt x="0" y="1170375"/>
                  </a:cubicBezTo>
                  <a:lnTo>
                    <a:pt x="0" y="43826"/>
                  </a:lnTo>
                  <a:cubicBezTo>
                    <a:pt x="0" y="19622"/>
                    <a:pt x="19622" y="0"/>
                    <a:pt x="43826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9"/>
            <p:cNvSpPr txBox="1"/>
            <p:nvPr/>
          </p:nvSpPr>
          <p:spPr>
            <a:xfrm>
              <a:off x="0" y="0"/>
              <a:ext cx="2318668" cy="1214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9"/>
          <p:cNvSpPr/>
          <p:nvPr/>
        </p:nvSpPr>
        <p:spPr>
          <a:xfrm>
            <a:off x="10268908" y="3049582"/>
            <a:ext cx="7081094" cy="4717779"/>
          </a:xfrm>
          <a:custGeom>
            <a:rect b="b" l="l" r="r" t="t"/>
            <a:pathLst>
              <a:path extrusionOk="0" h="4717779" w="7081094">
                <a:moveTo>
                  <a:pt x="0" y="0"/>
                </a:moveTo>
                <a:lnTo>
                  <a:pt x="7081094" y="0"/>
                </a:lnTo>
                <a:lnTo>
                  <a:pt x="7081094" y="4717779"/>
                </a:lnTo>
                <a:lnTo>
                  <a:pt x="0" y="4717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9"/>
          <p:cNvSpPr txBox="1"/>
          <p:nvPr/>
        </p:nvSpPr>
        <p:spPr>
          <a:xfrm>
            <a:off x="127394" y="546028"/>
            <a:ext cx="9189183" cy="816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Requerimientos Técnicos</a:t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1148986" y="3115313"/>
            <a:ext cx="8806716" cy="408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5867" lvl="1" marL="611735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3"/>
              <a:buFont typeface="Arial"/>
              <a:buChar char="•"/>
            </a:pPr>
            <a:r>
              <a:rPr b="0" i="0" lang="en-US" sz="283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lenguaje de programación debe ser PHP. </a:t>
            </a:r>
            <a:endParaRPr/>
          </a:p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5867" lvl="1" marL="611735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3"/>
              <a:buFont typeface="Arial"/>
              <a:buChar char="•"/>
            </a:pPr>
            <a:r>
              <a:rPr b="0" i="0" lang="en-US" sz="283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firma debe ser electrónica.</a:t>
            </a:r>
            <a:endParaRPr/>
          </a:p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5867" lvl="1" marL="611735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3"/>
              <a:buFont typeface="Arial"/>
              <a:buChar char="•"/>
            </a:pPr>
            <a:r>
              <a:rPr b="0" i="0" lang="en-US" sz="283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base de datos debe ser MariaDB.</a:t>
            </a:r>
            <a:endParaRPr/>
          </a:p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5867" lvl="1" marL="611735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3"/>
              <a:buFont typeface="Arial"/>
              <a:buChar char="•"/>
            </a:pPr>
            <a:r>
              <a:rPr b="0" i="0" lang="en-US" sz="283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 registros deben incluir un timestamp.</a:t>
            </a:r>
            <a:endParaRPr/>
          </a:p>
          <a:p>
            <a:pPr indent="0" lvl="0" marL="0" marR="0" rtl="0" algn="l">
              <a:lnSpc>
                <a:spcPct val="144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A4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/>
          <p:nvPr/>
        </p:nvSpPr>
        <p:spPr>
          <a:xfrm>
            <a:off x="-7659689" y="-2080742"/>
            <a:ext cx="26848689" cy="8642470"/>
          </a:xfrm>
          <a:custGeom>
            <a:rect b="b" l="l" r="r" t="t"/>
            <a:pathLst>
              <a:path extrusionOk="0"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0"/>
                </a:lnTo>
                <a:lnTo>
                  <a:pt x="0" y="8642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8" name="Google Shape;268;p10"/>
          <p:cNvGrpSpPr/>
          <p:nvPr/>
        </p:nvGrpSpPr>
        <p:grpSpPr>
          <a:xfrm>
            <a:off x="-383475" y="931960"/>
            <a:ext cx="5787097" cy="985325"/>
            <a:chOff x="0" y="0"/>
            <a:chExt cx="1524174" cy="259509"/>
          </a:xfrm>
        </p:grpSpPr>
        <p:sp>
          <p:nvSpPr>
            <p:cNvPr id="269" name="Google Shape;269;p10"/>
            <p:cNvSpPr/>
            <p:nvPr/>
          </p:nvSpPr>
          <p:spPr>
            <a:xfrm>
              <a:off x="0" y="0"/>
              <a:ext cx="1524174" cy="259509"/>
            </a:xfrm>
            <a:custGeom>
              <a:rect b="b" l="l" r="r" t="t"/>
              <a:pathLst>
                <a:path extrusionOk="0"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0" name="Google Shape;270;p10"/>
            <p:cNvSpPr txBox="1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10"/>
          <p:cNvGrpSpPr/>
          <p:nvPr/>
        </p:nvGrpSpPr>
        <p:grpSpPr>
          <a:xfrm>
            <a:off x="4573335" y="594336"/>
            <a:ext cx="1660574" cy="1660574"/>
            <a:chOff x="0" y="0"/>
            <a:chExt cx="812800" cy="812800"/>
          </a:xfrm>
        </p:grpSpPr>
        <p:sp>
          <p:nvSpPr>
            <p:cNvPr id="272" name="Google Shape;272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75" lIns="22875" spcFirstLastPara="1" rIns="22875" wrap="square" tIns="228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10"/>
          <p:cNvGrpSpPr/>
          <p:nvPr/>
        </p:nvGrpSpPr>
        <p:grpSpPr>
          <a:xfrm>
            <a:off x="1728958" y="2998611"/>
            <a:ext cx="14505848" cy="3563117"/>
            <a:chOff x="0" y="0"/>
            <a:chExt cx="3280725" cy="805855"/>
          </a:xfrm>
        </p:grpSpPr>
        <p:sp>
          <p:nvSpPr>
            <p:cNvPr id="275" name="Google Shape;275;p10"/>
            <p:cNvSpPr/>
            <p:nvPr/>
          </p:nvSpPr>
          <p:spPr>
            <a:xfrm>
              <a:off x="0" y="0"/>
              <a:ext cx="3280725" cy="805855"/>
            </a:xfrm>
            <a:custGeom>
              <a:rect b="b" l="l" r="r" t="t"/>
              <a:pathLst>
                <a:path extrusionOk="0" h="805855" w="3280725">
                  <a:moveTo>
                    <a:pt x="27219" y="0"/>
                  </a:moveTo>
                  <a:lnTo>
                    <a:pt x="3253506" y="0"/>
                  </a:lnTo>
                  <a:cubicBezTo>
                    <a:pt x="3268538" y="0"/>
                    <a:pt x="3280725" y="12186"/>
                    <a:pt x="3280725" y="27219"/>
                  </a:cubicBezTo>
                  <a:lnTo>
                    <a:pt x="3280725" y="778636"/>
                  </a:lnTo>
                  <a:cubicBezTo>
                    <a:pt x="3280725" y="793668"/>
                    <a:pt x="3268538" y="805855"/>
                    <a:pt x="3253506" y="805855"/>
                  </a:cubicBezTo>
                  <a:lnTo>
                    <a:pt x="27219" y="805855"/>
                  </a:lnTo>
                  <a:cubicBezTo>
                    <a:pt x="12186" y="805855"/>
                    <a:pt x="0" y="793668"/>
                    <a:pt x="0" y="778636"/>
                  </a:cubicBezTo>
                  <a:lnTo>
                    <a:pt x="0" y="27219"/>
                  </a:lnTo>
                  <a:cubicBezTo>
                    <a:pt x="0" y="12186"/>
                    <a:pt x="12186" y="0"/>
                    <a:pt x="272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0"/>
            <p:cNvSpPr txBox="1"/>
            <p:nvPr/>
          </p:nvSpPr>
          <p:spPr>
            <a:xfrm>
              <a:off x="0" y="0"/>
              <a:ext cx="3280725" cy="8058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0"/>
          <p:cNvSpPr/>
          <p:nvPr/>
        </p:nvSpPr>
        <p:spPr>
          <a:xfrm>
            <a:off x="4883039" y="739644"/>
            <a:ext cx="1041167" cy="1369957"/>
          </a:xfrm>
          <a:custGeom>
            <a:rect b="b" l="l" r="r" t="t"/>
            <a:pathLst>
              <a:path extrusionOk="0" h="1369957" w="1041167">
                <a:moveTo>
                  <a:pt x="0" y="0"/>
                </a:moveTo>
                <a:lnTo>
                  <a:pt x="1041167" y="0"/>
                </a:lnTo>
                <a:lnTo>
                  <a:pt x="1041167" y="1369957"/>
                </a:lnTo>
                <a:lnTo>
                  <a:pt x="0" y="1369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0"/>
          <p:cNvSpPr txBox="1"/>
          <p:nvPr/>
        </p:nvSpPr>
        <p:spPr>
          <a:xfrm>
            <a:off x="730516" y="836710"/>
            <a:ext cx="2792164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22A40"/>
                </a:solidFill>
                <a:latin typeface="Open Sans"/>
                <a:ea typeface="Open Sans"/>
                <a:cs typeface="Open Sans"/>
                <a:sym typeface="Open Sans"/>
              </a:rPr>
              <a:t>Solución</a:t>
            </a:r>
            <a:endParaRPr/>
          </a:p>
        </p:txBody>
      </p:sp>
      <p:sp>
        <p:nvSpPr>
          <p:cNvPr id="279" name="Google Shape;279;p10"/>
          <p:cNvSpPr txBox="1"/>
          <p:nvPr/>
        </p:nvSpPr>
        <p:spPr>
          <a:xfrm>
            <a:off x="2182313" y="3665966"/>
            <a:ext cx="139233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1" u="none" cap="none" strike="noStrike">
                <a:solidFill>
                  <a:srgbClr val="122A40"/>
                </a:solidFill>
                <a:latin typeface="Open Sans"/>
                <a:ea typeface="Open Sans"/>
                <a:cs typeface="Open Sans"/>
                <a:sym typeface="Open Sans"/>
              </a:rPr>
              <a:t>Desarrollar una plataforma que permita digitalizar el flujo de documentación y votaciones que se generan en las comisiones del CORE de la región de V</a:t>
            </a:r>
            <a:r>
              <a:rPr b="1" lang="en-US" sz="4041">
                <a:solidFill>
                  <a:srgbClr val="122A40"/>
                </a:solidFill>
                <a:latin typeface="Open Sans"/>
                <a:ea typeface="Open Sans"/>
                <a:cs typeface="Open Sans"/>
                <a:sym typeface="Open Sans"/>
              </a:rPr>
              <a:t>alparaíso</a:t>
            </a:r>
            <a:r>
              <a:rPr b="1" i="0" lang="en-US" sz="4041" u="none" cap="none" strike="noStrike">
                <a:solidFill>
                  <a:srgbClr val="122A4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300"/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4222538" y="8378823"/>
            <a:ext cx="3766297" cy="1267018"/>
            <a:chOff x="0" y="0"/>
            <a:chExt cx="5021730" cy="1689357"/>
          </a:xfrm>
        </p:grpSpPr>
        <p:grpSp>
          <p:nvGrpSpPr>
            <p:cNvPr id="281" name="Google Shape;281;p10"/>
            <p:cNvGrpSpPr/>
            <p:nvPr/>
          </p:nvGrpSpPr>
          <p:grpSpPr>
            <a:xfrm>
              <a:off x="0" y="0"/>
              <a:ext cx="5021730" cy="1689357"/>
              <a:chOff x="0" y="0"/>
              <a:chExt cx="851807" cy="286556"/>
            </a:xfrm>
          </p:grpSpPr>
          <p:sp>
            <p:nvSpPr>
              <p:cNvPr id="282" name="Google Shape;282;p10"/>
              <p:cNvSpPr/>
              <p:nvPr/>
            </p:nvSpPr>
            <p:spPr>
              <a:xfrm>
                <a:off x="0" y="0"/>
                <a:ext cx="851807" cy="286556"/>
              </a:xfrm>
              <a:custGeom>
                <a:rect b="b" l="l" r="r" t="t"/>
                <a:pathLst>
                  <a:path extrusionOk="0" h="286556" w="851807">
                    <a:moveTo>
                      <a:pt x="104835" y="0"/>
                    </a:moveTo>
                    <a:lnTo>
                      <a:pt x="746973" y="0"/>
                    </a:lnTo>
                    <a:cubicBezTo>
                      <a:pt x="774776" y="0"/>
                      <a:pt x="801442" y="11045"/>
                      <a:pt x="821102" y="30705"/>
                    </a:cubicBezTo>
                    <a:cubicBezTo>
                      <a:pt x="840762" y="50366"/>
                      <a:pt x="851807" y="77031"/>
                      <a:pt x="851807" y="104835"/>
                    </a:cubicBezTo>
                    <a:lnTo>
                      <a:pt x="851807" y="181721"/>
                    </a:lnTo>
                    <a:cubicBezTo>
                      <a:pt x="851807" y="209525"/>
                      <a:pt x="840762" y="236190"/>
                      <a:pt x="821102" y="255851"/>
                    </a:cubicBezTo>
                    <a:cubicBezTo>
                      <a:pt x="801442" y="275511"/>
                      <a:pt x="774776" y="286556"/>
                      <a:pt x="746973" y="286556"/>
                    </a:cubicBezTo>
                    <a:lnTo>
                      <a:pt x="104835" y="286556"/>
                    </a:lnTo>
                    <a:cubicBezTo>
                      <a:pt x="77031" y="286556"/>
                      <a:pt x="50366" y="275511"/>
                      <a:pt x="30705" y="255851"/>
                    </a:cubicBezTo>
                    <a:cubicBezTo>
                      <a:pt x="11045" y="236190"/>
                      <a:pt x="0" y="209525"/>
                      <a:pt x="0" y="181721"/>
                    </a:cubicBezTo>
                    <a:lnTo>
                      <a:pt x="0" y="104835"/>
                    </a:lnTo>
                    <a:cubicBezTo>
                      <a:pt x="0" y="77031"/>
                      <a:pt x="11045" y="50366"/>
                      <a:pt x="30705" y="30705"/>
                    </a:cubicBezTo>
                    <a:cubicBezTo>
                      <a:pt x="50366" y="11045"/>
                      <a:pt x="77031" y="0"/>
                      <a:pt x="1048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0"/>
              <p:cNvSpPr txBox="1"/>
              <p:nvPr/>
            </p:nvSpPr>
            <p:spPr>
              <a:xfrm>
                <a:off x="0" y="0"/>
                <a:ext cx="851807" cy="286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8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4" name="Google Shape;284;p10"/>
            <p:cNvSpPr/>
            <p:nvPr/>
          </p:nvSpPr>
          <p:spPr>
            <a:xfrm>
              <a:off x="0" y="110619"/>
              <a:ext cx="5021730" cy="1578738"/>
            </a:xfrm>
            <a:custGeom>
              <a:rect b="b" l="l" r="r" t="t"/>
              <a:pathLst>
                <a:path extrusionOk="0" h="1578738" w="5021730">
                  <a:moveTo>
                    <a:pt x="0" y="0"/>
                  </a:moveTo>
                  <a:lnTo>
                    <a:pt x="5021730" y="0"/>
                  </a:lnTo>
                  <a:lnTo>
                    <a:pt x="5021730" y="1578738"/>
                  </a:lnTo>
                  <a:lnTo>
                    <a:pt x="0" y="15787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85" name="Google Shape;285;p10"/>
          <p:cNvSpPr txBox="1"/>
          <p:nvPr/>
        </p:nvSpPr>
        <p:spPr>
          <a:xfrm>
            <a:off x="3522681" y="7447553"/>
            <a:ext cx="9859430" cy="219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67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 solución ayuda a dar cumplimiento a la Ley N° 21.180 de Transformación Digital del Estado (2019), que establece que todos los procedimientos administrativos deberán ser electrónicos al año 2026 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A4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11"/>
          <p:cNvGrpSpPr/>
          <p:nvPr/>
        </p:nvGrpSpPr>
        <p:grpSpPr>
          <a:xfrm>
            <a:off x="-488250" y="536038"/>
            <a:ext cx="5787097" cy="985325"/>
            <a:chOff x="0" y="0"/>
            <a:chExt cx="1524174" cy="259509"/>
          </a:xfrm>
        </p:grpSpPr>
        <p:sp>
          <p:nvSpPr>
            <p:cNvPr id="291" name="Google Shape;291;p11"/>
            <p:cNvSpPr/>
            <p:nvPr/>
          </p:nvSpPr>
          <p:spPr>
            <a:xfrm>
              <a:off x="0" y="0"/>
              <a:ext cx="1524174" cy="259509"/>
            </a:xfrm>
            <a:custGeom>
              <a:rect b="b" l="l" r="r" t="t"/>
              <a:pathLst>
                <a:path extrusionOk="0"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  <a:ln>
              <a:noFill/>
            </a:ln>
          </p:spPr>
        </p:sp>
        <p:sp>
          <p:nvSpPr>
            <p:cNvPr id="292" name="Google Shape;292;p11"/>
            <p:cNvSpPr txBox="1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11"/>
          <p:cNvSpPr/>
          <p:nvPr/>
        </p:nvSpPr>
        <p:spPr>
          <a:xfrm rot="-1910699">
            <a:off x="2842672" y="4160999"/>
            <a:ext cx="17432375" cy="5611402"/>
          </a:xfrm>
          <a:custGeom>
            <a:rect b="b" l="l" r="r" t="t"/>
            <a:pathLst>
              <a:path extrusionOk="0" h="5611402" w="17432375">
                <a:moveTo>
                  <a:pt x="0" y="0"/>
                </a:moveTo>
                <a:lnTo>
                  <a:pt x="17432375" y="0"/>
                </a:lnTo>
                <a:lnTo>
                  <a:pt x="17432375" y="5611402"/>
                </a:lnTo>
                <a:lnTo>
                  <a:pt x="0" y="5611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5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4" name="Google Shape;294;p11"/>
          <p:cNvGrpSpPr/>
          <p:nvPr/>
        </p:nvGrpSpPr>
        <p:grpSpPr>
          <a:xfrm>
            <a:off x="4535334" y="265187"/>
            <a:ext cx="1527026" cy="1527026"/>
            <a:chOff x="0" y="0"/>
            <a:chExt cx="812800" cy="812800"/>
          </a:xfrm>
        </p:grpSpPr>
        <p:sp>
          <p:nvSpPr>
            <p:cNvPr id="295" name="Google Shape;295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1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11"/>
          <p:cNvSpPr/>
          <p:nvPr/>
        </p:nvSpPr>
        <p:spPr>
          <a:xfrm>
            <a:off x="4755782" y="536038"/>
            <a:ext cx="1086129" cy="938144"/>
          </a:xfrm>
          <a:custGeom>
            <a:rect b="b" l="l" r="r" t="t"/>
            <a:pathLst>
              <a:path extrusionOk="0" h="938144" w="1086129">
                <a:moveTo>
                  <a:pt x="0" y="0"/>
                </a:moveTo>
                <a:lnTo>
                  <a:pt x="1086130" y="0"/>
                </a:lnTo>
                <a:lnTo>
                  <a:pt x="1086130" y="938144"/>
                </a:lnTo>
                <a:lnTo>
                  <a:pt x="0" y="938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11"/>
          <p:cNvSpPr/>
          <p:nvPr/>
        </p:nvSpPr>
        <p:spPr>
          <a:xfrm>
            <a:off x="1181877" y="3224500"/>
            <a:ext cx="4219927" cy="3742199"/>
          </a:xfrm>
          <a:custGeom>
            <a:rect b="b" l="l" r="r" t="t"/>
            <a:pathLst>
              <a:path extrusionOk="0" h="3742199" w="4219927">
                <a:moveTo>
                  <a:pt x="0" y="0"/>
                </a:moveTo>
                <a:lnTo>
                  <a:pt x="4219926" y="0"/>
                </a:lnTo>
                <a:lnTo>
                  <a:pt x="4219926" y="3742200"/>
                </a:lnTo>
                <a:lnTo>
                  <a:pt x="0" y="3742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-12764"/>
            </a:stretch>
          </a:blipFill>
          <a:ln>
            <a:noFill/>
          </a:ln>
        </p:spPr>
      </p:sp>
      <p:sp>
        <p:nvSpPr>
          <p:cNvPr id="299" name="Google Shape;299;p11"/>
          <p:cNvSpPr/>
          <p:nvPr/>
        </p:nvSpPr>
        <p:spPr>
          <a:xfrm>
            <a:off x="6810048" y="1028700"/>
            <a:ext cx="10449252" cy="8450832"/>
          </a:xfrm>
          <a:custGeom>
            <a:rect b="b" l="l" r="r" t="t"/>
            <a:pathLst>
              <a:path extrusionOk="0" h="8450832" w="10449252">
                <a:moveTo>
                  <a:pt x="0" y="0"/>
                </a:moveTo>
                <a:lnTo>
                  <a:pt x="10449252" y="0"/>
                </a:lnTo>
                <a:lnTo>
                  <a:pt x="10449252" y="8450832"/>
                </a:lnTo>
                <a:lnTo>
                  <a:pt x="0" y="8450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11"/>
          <p:cNvSpPr txBox="1"/>
          <p:nvPr/>
        </p:nvSpPr>
        <p:spPr>
          <a:xfrm>
            <a:off x="1040552" y="544513"/>
            <a:ext cx="2497634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22A40"/>
                </a:solidFill>
                <a:latin typeface="Open Sans"/>
                <a:ea typeface="Open Sans"/>
                <a:cs typeface="Open Sans"/>
                <a:sym typeface="Open Sans"/>
              </a:rPr>
              <a:t>Kick Off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A40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2"/>
          <p:cNvGrpSpPr/>
          <p:nvPr/>
        </p:nvGrpSpPr>
        <p:grpSpPr>
          <a:xfrm>
            <a:off x="-497775" y="441767"/>
            <a:ext cx="5787097" cy="985325"/>
            <a:chOff x="0" y="0"/>
            <a:chExt cx="1524174" cy="259509"/>
          </a:xfrm>
        </p:grpSpPr>
        <p:sp>
          <p:nvSpPr>
            <p:cNvPr id="306" name="Google Shape;306;p12"/>
            <p:cNvSpPr/>
            <p:nvPr/>
          </p:nvSpPr>
          <p:spPr>
            <a:xfrm>
              <a:off x="0" y="0"/>
              <a:ext cx="1524174" cy="259509"/>
            </a:xfrm>
            <a:custGeom>
              <a:rect b="b" l="l" r="r" t="t"/>
              <a:pathLst>
                <a:path extrusionOk="0"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  <a:ln>
              <a:noFill/>
            </a:ln>
          </p:spPr>
        </p:sp>
        <p:sp>
          <p:nvSpPr>
            <p:cNvPr id="307" name="Google Shape;307;p12"/>
            <p:cNvSpPr txBox="1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p12"/>
          <p:cNvSpPr/>
          <p:nvPr/>
        </p:nvSpPr>
        <p:spPr>
          <a:xfrm rot="-2355953">
            <a:off x="7003660" y="5687264"/>
            <a:ext cx="13568203" cy="4367543"/>
          </a:xfrm>
          <a:custGeom>
            <a:rect b="b" l="l" r="r" t="t"/>
            <a:pathLst>
              <a:path extrusionOk="0" h="4367543" w="13568203">
                <a:moveTo>
                  <a:pt x="0" y="0"/>
                </a:moveTo>
                <a:lnTo>
                  <a:pt x="13568204" y="0"/>
                </a:lnTo>
                <a:lnTo>
                  <a:pt x="13568204" y="4367542"/>
                </a:lnTo>
                <a:lnTo>
                  <a:pt x="0" y="4367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9" name="Google Shape;309;p12"/>
          <p:cNvGrpSpPr/>
          <p:nvPr/>
        </p:nvGrpSpPr>
        <p:grpSpPr>
          <a:xfrm>
            <a:off x="4525809" y="170917"/>
            <a:ext cx="1527026" cy="1527026"/>
            <a:chOff x="0" y="0"/>
            <a:chExt cx="812800" cy="812800"/>
          </a:xfrm>
        </p:grpSpPr>
        <p:sp>
          <p:nvSpPr>
            <p:cNvPr id="310" name="Google Shape;310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12"/>
          <p:cNvSpPr/>
          <p:nvPr/>
        </p:nvSpPr>
        <p:spPr>
          <a:xfrm>
            <a:off x="4893998" y="353500"/>
            <a:ext cx="791517" cy="1161860"/>
          </a:xfrm>
          <a:custGeom>
            <a:rect b="b" l="l" r="r" t="t"/>
            <a:pathLst>
              <a:path extrusionOk="0" h="1161860" w="791517">
                <a:moveTo>
                  <a:pt x="0" y="0"/>
                </a:moveTo>
                <a:lnTo>
                  <a:pt x="791517" y="0"/>
                </a:lnTo>
                <a:lnTo>
                  <a:pt x="791517" y="1161860"/>
                </a:lnTo>
                <a:lnTo>
                  <a:pt x="0" y="1161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3" name="Google Shape;313;p12"/>
          <p:cNvGrpSpPr/>
          <p:nvPr/>
        </p:nvGrpSpPr>
        <p:grpSpPr>
          <a:xfrm>
            <a:off x="1283080" y="1886528"/>
            <a:ext cx="15509076" cy="7671572"/>
            <a:chOff x="0" y="0"/>
            <a:chExt cx="3507620" cy="1735046"/>
          </a:xfrm>
        </p:grpSpPr>
        <p:sp>
          <p:nvSpPr>
            <p:cNvPr id="314" name="Google Shape;314;p12"/>
            <p:cNvSpPr/>
            <p:nvPr/>
          </p:nvSpPr>
          <p:spPr>
            <a:xfrm>
              <a:off x="0" y="0"/>
              <a:ext cx="3507620" cy="1735046"/>
            </a:xfrm>
            <a:custGeom>
              <a:rect b="b" l="l" r="r" t="t"/>
              <a:pathLst>
                <a:path extrusionOk="0" h="1735046" w="3507620">
                  <a:moveTo>
                    <a:pt x="25459" y="0"/>
                  </a:moveTo>
                  <a:lnTo>
                    <a:pt x="3482162" y="0"/>
                  </a:lnTo>
                  <a:cubicBezTo>
                    <a:pt x="3496222" y="0"/>
                    <a:pt x="3507620" y="11398"/>
                    <a:pt x="3507620" y="25459"/>
                  </a:cubicBezTo>
                  <a:lnTo>
                    <a:pt x="3507620" y="1709588"/>
                  </a:lnTo>
                  <a:cubicBezTo>
                    <a:pt x="3507620" y="1723648"/>
                    <a:pt x="3496222" y="1735046"/>
                    <a:pt x="3482162" y="1735046"/>
                  </a:cubicBezTo>
                  <a:lnTo>
                    <a:pt x="25459" y="1735046"/>
                  </a:lnTo>
                  <a:cubicBezTo>
                    <a:pt x="11398" y="1735046"/>
                    <a:pt x="0" y="1723648"/>
                    <a:pt x="0" y="1709588"/>
                  </a:cubicBezTo>
                  <a:lnTo>
                    <a:pt x="0" y="25459"/>
                  </a:lnTo>
                  <a:cubicBezTo>
                    <a:pt x="0" y="11398"/>
                    <a:pt x="11398" y="0"/>
                    <a:pt x="25459" y="0"/>
                  </a:cubicBezTo>
                  <a:close/>
                </a:path>
              </a:pathLst>
            </a:custGeom>
            <a:solidFill>
              <a:srgbClr val="F6F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2"/>
            <p:cNvSpPr txBox="1"/>
            <p:nvPr/>
          </p:nvSpPr>
          <p:spPr>
            <a:xfrm>
              <a:off x="0" y="0"/>
              <a:ext cx="3507620" cy="1735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2"/>
          <p:cNvGrpSpPr/>
          <p:nvPr/>
        </p:nvGrpSpPr>
        <p:grpSpPr>
          <a:xfrm>
            <a:off x="1739241" y="4257573"/>
            <a:ext cx="3154757" cy="4218798"/>
            <a:chOff x="0" y="0"/>
            <a:chExt cx="713498" cy="954147"/>
          </a:xfrm>
        </p:grpSpPr>
        <p:sp>
          <p:nvSpPr>
            <p:cNvPr id="317" name="Google Shape;317;p12"/>
            <p:cNvSpPr/>
            <p:nvPr/>
          </p:nvSpPr>
          <p:spPr>
            <a:xfrm>
              <a:off x="0" y="0"/>
              <a:ext cx="713498" cy="954147"/>
            </a:xfrm>
            <a:custGeom>
              <a:rect b="b" l="l" r="r" t="t"/>
              <a:pathLst>
                <a:path extrusionOk="0" h="954147" w="713498">
                  <a:moveTo>
                    <a:pt x="125156" y="0"/>
                  </a:moveTo>
                  <a:lnTo>
                    <a:pt x="588341" y="0"/>
                  </a:lnTo>
                  <a:cubicBezTo>
                    <a:pt x="621535" y="0"/>
                    <a:pt x="653369" y="13186"/>
                    <a:pt x="676840" y="36657"/>
                  </a:cubicBezTo>
                  <a:cubicBezTo>
                    <a:pt x="700312" y="60129"/>
                    <a:pt x="713498" y="91963"/>
                    <a:pt x="713498" y="125156"/>
                  </a:cubicBezTo>
                  <a:lnTo>
                    <a:pt x="713498" y="828991"/>
                  </a:lnTo>
                  <a:cubicBezTo>
                    <a:pt x="713498" y="898113"/>
                    <a:pt x="657463" y="954147"/>
                    <a:pt x="588341" y="954147"/>
                  </a:cubicBezTo>
                  <a:lnTo>
                    <a:pt x="125156" y="954147"/>
                  </a:lnTo>
                  <a:cubicBezTo>
                    <a:pt x="56034" y="954147"/>
                    <a:pt x="0" y="898113"/>
                    <a:pt x="0" y="828991"/>
                  </a:cubicBezTo>
                  <a:lnTo>
                    <a:pt x="0" y="125156"/>
                  </a:lnTo>
                  <a:cubicBezTo>
                    <a:pt x="0" y="56034"/>
                    <a:pt x="56034" y="0"/>
                    <a:pt x="125156" y="0"/>
                  </a:cubicBezTo>
                  <a:close/>
                </a:path>
              </a:pathLst>
            </a:custGeom>
            <a:solidFill>
              <a:srgbClr val="FFFFFF">
                <a:alpha val="92549"/>
              </a:srgbClr>
            </a:solidFill>
            <a:ln cap="rnd" cmpd="sng" w="38100">
              <a:solidFill>
                <a:srgbClr val="000000">
                  <a:alpha val="9254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2"/>
            <p:cNvSpPr txBox="1"/>
            <p:nvPr/>
          </p:nvSpPr>
          <p:spPr>
            <a:xfrm>
              <a:off x="0" y="0"/>
              <a:ext cx="713498" cy="95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12"/>
          <p:cNvGrpSpPr/>
          <p:nvPr/>
        </p:nvGrpSpPr>
        <p:grpSpPr>
          <a:xfrm>
            <a:off x="5082307" y="2604703"/>
            <a:ext cx="7514768" cy="5871669"/>
            <a:chOff x="0" y="0"/>
            <a:chExt cx="1699583" cy="1327970"/>
          </a:xfrm>
        </p:grpSpPr>
        <p:sp>
          <p:nvSpPr>
            <p:cNvPr id="320" name="Google Shape;320;p12"/>
            <p:cNvSpPr/>
            <p:nvPr/>
          </p:nvSpPr>
          <p:spPr>
            <a:xfrm>
              <a:off x="0" y="0"/>
              <a:ext cx="1699582" cy="1327970"/>
            </a:xfrm>
            <a:custGeom>
              <a:rect b="b" l="l" r="r" t="t"/>
              <a:pathLst>
                <a:path extrusionOk="0" h="1327970" w="1699582">
                  <a:moveTo>
                    <a:pt x="52542" y="0"/>
                  </a:moveTo>
                  <a:lnTo>
                    <a:pt x="1647041" y="0"/>
                  </a:lnTo>
                  <a:cubicBezTo>
                    <a:pt x="1660976" y="0"/>
                    <a:pt x="1674340" y="5536"/>
                    <a:pt x="1684194" y="15389"/>
                  </a:cubicBezTo>
                  <a:cubicBezTo>
                    <a:pt x="1694047" y="25243"/>
                    <a:pt x="1699582" y="38607"/>
                    <a:pt x="1699582" y="52542"/>
                  </a:cubicBezTo>
                  <a:lnTo>
                    <a:pt x="1699582" y="1275428"/>
                  </a:lnTo>
                  <a:cubicBezTo>
                    <a:pt x="1699582" y="1289363"/>
                    <a:pt x="1694047" y="1302727"/>
                    <a:pt x="1684194" y="1312581"/>
                  </a:cubicBezTo>
                  <a:cubicBezTo>
                    <a:pt x="1674340" y="1322434"/>
                    <a:pt x="1660976" y="1327970"/>
                    <a:pt x="1647041" y="1327970"/>
                  </a:cubicBezTo>
                  <a:lnTo>
                    <a:pt x="52542" y="1327970"/>
                  </a:lnTo>
                  <a:cubicBezTo>
                    <a:pt x="23524" y="1327970"/>
                    <a:pt x="0" y="1304446"/>
                    <a:pt x="0" y="1275428"/>
                  </a:cubicBezTo>
                  <a:lnTo>
                    <a:pt x="0" y="52542"/>
                  </a:lnTo>
                  <a:cubicBezTo>
                    <a:pt x="0" y="38607"/>
                    <a:pt x="5536" y="25243"/>
                    <a:pt x="15389" y="15389"/>
                  </a:cubicBezTo>
                  <a:cubicBezTo>
                    <a:pt x="25243" y="5536"/>
                    <a:pt x="38607" y="0"/>
                    <a:pt x="52542" y="0"/>
                  </a:cubicBezTo>
                  <a:close/>
                </a:path>
              </a:pathLst>
            </a:custGeom>
            <a:solidFill>
              <a:srgbClr val="FADDB5">
                <a:alpha val="92549"/>
              </a:srgbClr>
            </a:solidFill>
            <a:ln cap="rnd" cmpd="sng" w="38100">
              <a:solidFill>
                <a:srgbClr val="000000">
                  <a:alpha val="9254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2"/>
            <p:cNvSpPr txBox="1"/>
            <p:nvPr/>
          </p:nvSpPr>
          <p:spPr>
            <a:xfrm>
              <a:off x="0" y="0"/>
              <a:ext cx="1699583" cy="13279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12"/>
          <p:cNvGrpSpPr/>
          <p:nvPr/>
        </p:nvGrpSpPr>
        <p:grpSpPr>
          <a:xfrm>
            <a:off x="14364944" y="3524417"/>
            <a:ext cx="1799382" cy="3769648"/>
            <a:chOff x="0" y="0"/>
            <a:chExt cx="633885" cy="1327970"/>
          </a:xfrm>
        </p:grpSpPr>
        <p:sp>
          <p:nvSpPr>
            <p:cNvPr id="323" name="Google Shape;323;p12"/>
            <p:cNvSpPr/>
            <p:nvPr/>
          </p:nvSpPr>
          <p:spPr>
            <a:xfrm>
              <a:off x="0" y="0"/>
              <a:ext cx="633885" cy="1327970"/>
            </a:xfrm>
            <a:custGeom>
              <a:rect b="b" l="l" r="r" t="t"/>
              <a:pathLst>
                <a:path extrusionOk="0" h="1327970" w="633885">
                  <a:moveTo>
                    <a:pt x="219430" y="0"/>
                  </a:moveTo>
                  <a:lnTo>
                    <a:pt x="414456" y="0"/>
                  </a:lnTo>
                  <a:cubicBezTo>
                    <a:pt x="472652" y="0"/>
                    <a:pt x="528465" y="23118"/>
                    <a:pt x="569616" y="64269"/>
                  </a:cubicBezTo>
                  <a:cubicBezTo>
                    <a:pt x="610767" y="105421"/>
                    <a:pt x="633885" y="161233"/>
                    <a:pt x="633885" y="219430"/>
                  </a:cubicBezTo>
                  <a:lnTo>
                    <a:pt x="633885" y="1108540"/>
                  </a:lnTo>
                  <a:cubicBezTo>
                    <a:pt x="633885" y="1166736"/>
                    <a:pt x="610767" y="1222549"/>
                    <a:pt x="569616" y="1263700"/>
                  </a:cubicBezTo>
                  <a:cubicBezTo>
                    <a:pt x="528465" y="1304851"/>
                    <a:pt x="472652" y="1327970"/>
                    <a:pt x="414456" y="1327970"/>
                  </a:cubicBezTo>
                  <a:lnTo>
                    <a:pt x="219430" y="1327970"/>
                  </a:lnTo>
                  <a:cubicBezTo>
                    <a:pt x="161233" y="1327970"/>
                    <a:pt x="105421" y="1304851"/>
                    <a:pt x="64269" y="1263700"/>
                  </a:cubicBezTo>
                  <a:cubicBezTo>
                    <a:pt x="23118" y="1222549"/>
                    <a:pt x="0" y="1166736"/>
                    <a:pt x="0" y="1108540"/>
                  </a:cubicBezTo>
                  <a:lnTo>
                    <a:pt x="0" y="219430"/>
                  </a:lnTo>
                  <a:cubicBezTo>
                    <a:pt x="0" y="161233"/>
                    <a:pt x="23118" y="105421"/>
                    <a:pt x="64269" y="64269"/>
                  </a:cubicBezTo>
                  <a:cubicBezTo>
                    <a:pt x="105421" y="23118"/>
                    <a:pt x="161233" y="0"/>
                    <a:pt x="219430" y="0"/>
                  </a:cubicBezTo>
                  <a:close/>
                </a:path>
              </a:pathLst>
            </a:custGeom>
            <a:solidFill>
              <a:srgbClr val="E7E9FA">
                <a:alpha val="92549"/>
              </a:srgbClr>
            </a:solidFill>
            <a:ln cap="rnd" cmpd="sng" w="38100">
              <a:solidFill>
                <a:srgbClr val="000000">
                  <a:alpha val="9254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2"/>
            <p:cNvSpPr txBox="1"/>
            <p:nvPr/>
          </p:nvSpPr>
          <p:spPr>
            <a:xfrm>
              <a:off x="0" y="0"/>
              <a:ext cx="633885" cy="13279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12"/>
          <p:cNvSpPr/>
          <p:nvPr/>
        </p:nvSpPr>
        <p:spPr>
          <a:xfrm>
            <a:off x="2353753" y="5261442"/>
            <a:ext cx="1731551" cy="1913143"/>
          </a:xfrm>
          <a:custGeom>
            <a:rect b="b" l="l" r="r" t="t"/>
            <a:pathLst>
              <a:path extrusionOk="0" h="1913143" w="1731551">
                <a:moveTo>
                  <a:pt x="0" y="0"/>
                </a:moveTo>
                <a:lnTo>
                  <a:pt x="1731551" y="0"/>
                </a:lnTo>
                <a:lnTo>
                  <a:pt x="1731551" y="1913143"/>
                </a:lnTo>
                <a:lnTo>
                  <a:pt x="0" y="1913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7340" r="-3144" t="0"/>
            </a:stretch>
          </a:blipFill>
          <a:ln>
            <a:noFill/>
          </a:ln>
        </p:spPr>
      </p:sp>
      <p:sp>
        <p:nvSpPr>
          <p:cNvPr id="326" name="Google Shape;326;p12"/>
          <p:cNvSpPr/>
          <p:nvPr/>
        </p:nvSpPr>
        <p:spPr>
          <a:xfrm>
            <a:off x="6026054" y="6924640"/>
            <a:ext cx="1772906" cy="915464"/>
          </a:xfrm>
          <a:custGeom>
            <a:rect b="b" l="l" r="r" t="t"/>
            <a:pathLst>
              <a:path extrusionOk="0" h="915464" w="1772906">
                <a:moveTo>
                  <a:pt x="0" y="0"/>
                </a:moveTo>
                <a:lnTo>
                  <a:pt x="1772905" y="0"/>
                </a:lnTo>
                <a:lnTo>
                  <a:pt x="1772905" y="915464"/>
                </a:lnTo>
                <a:lnTo>
                  <a:pt x="0" y="915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12"/>
          <p:cNvSpPr/>
          <p:nvPr/>
        </p:nvSpPr>
        <p:spPr>
          <a:xfrm>
            <a:off x="8173273" y="3321348"/>
            <a:ext cx="970727" cy="1119286"/>
          </a:xfrm>
          <a:custGeom>
            <a:rect b="b" l="l" r="r" t="t"/>
            <a:pathLst>
              <a:path extrusionOk="0" h="1119286" w="970727">
                <a:moveTo>
                  <a:pt x="0" y="0"/>
                </a:moveTo>
                <a:lnTo>
                  <a:pt x="970727" y="0"/>
                </a:lnTo>
                <a:lnTo>
                  <a:pt x="970727" y="1119286"/>
                </a:lnTo>
                <a:lnTo>
                  <a:pt x="0" y="11192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28" name="Google Shape;328;p12"/>
          <p:cNvCxnSpPr/>
          <p:nvPr/>
        </p:nvCxnSpPr>
        <p:spPr>
          <a:xfrm flipH="1" rot="10800000">
            <a:off x="6912507" y="4065565"/>
            <a:ext cx="1099967" cy="2589669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9" name="Google Shape;329;p12"/>
          <p:cNvCxnSpPr/>
          <p:nvPr/>
        </p:nvCxnSpPr>
        <p:spPr>
          <a:xfrm flipH="1" rot="10800000">
            <a:off x="4411509" y="3695731"/>
            <a:ext cx="3600965" cy="2455763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0" name="Google Shape;330;p12"/>
          <p:cNvCxnSpPr/>
          <p:nvPr/>
        </p:nvCxnSpPr>
        <p:spPr>
          <a:xfrm>
            <a:off x="4411509" y="6303895"/>
            <a:ext cx="2251680" cy="351339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1" name="Google Shape;331;p12"/>
          <p:cNvCxnSpPr/>
          <p:nvPr/>
        </p:nvCxnSpPr>
        <p:spPr>
          <a:xfrm flipH="1" rot="10800000">
            <a:off x="8012474" y="6151495"/>
            <a:ext cx="827217" cy="102309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2" name="Google Shape;332;p12"/>
          <p:cNvCxnSpPr/>
          <p:nvPr/>
        </p:nvCxnSpPr>
        <p:spPr>
          <a:xfrm>
            <a:off x="9246114" y="3900041"/>
            <a:ext cx="1520946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grpSp>
        <p:nvGrpSpPr>
          <p:cNvPr id="333" name="Google Shape;333;p12"/>
          <p:cNvGrpSpPr/>
          <p:nvPr/>
        </p:nvGrpSpPr>
        <p:grpSpPr>
          <a:xfrm>
            <a:off x="14811043" y="4444265"/>
            <a:ext cx="537264" cy="689905"/>
            <a:chOff x="0" y="0"/>
            <a:chExt cx="716351" cy="919873"/>
          </a:xfrm>
        </p:grpSpPr>
        <p:sp>
          <p:nvSpPr>
            <p:cNvPr id="334" name="Google Shape;334;p12"/>
            <p:cNvSpPr/>
            <p:nvPr/>
          </p:nvSpPr>
          <p:spPr>
            <a:xfrm>
              <a:off x="0" y="0"/>
              <a:ext cx="716351" cy="919873"/>
            </a:xfrm>
            <a:custGeom>
              <a:rect b="b" l="l" r="r" t="t"/>
              <a:pathLst>
                <a:path extrusionOk="0" h="919873" w="716351">
                  <a:moveTo>
                    <a:pt x="0" y="0"/>
                  </a:moveTo>
                  <a:lnTo>
                    <a:pt x="716351" y="0"/>
                  </a:lnTo>
                  <a:lnTo>
                    <a:pt x="716351" y="919873"/>
                  </a:lnTo>
                  <a:lnTo>
                    <a:pt x="0" y="9198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35" name="Google Shape;335;p12"/>
            <p:cNvSpPr txBox="1"/>
            <p:nvPr/>
          </p:nvSpPr>
          <p:spPr>
            <a:xfrm>
              <a:off x="169400" y="105123"/>
              <a:ext cx="377552" cy="300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2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API</a:t>
              </a:r>
              <a:endParaRPr/>
            </a:p>
          </p:txBody>
        </p:sp>
      </p:grpSp>
      <p:sp>
        <p:nvSpPr>
          <p:cNvPr id="336" name="Google Shape;336;p12"/>
          <p:cNvSpPr/>
          <p:nvPr/>
        </p:nvSpPr>
        <p:spPr>
          <a:xfrm>
            <a:off x="14741082" y="5480131"/>
            <a:ext cx="886842" cy="886842"/>
          </a:xfrm>
          <a:custGeom>
            <a:rect b="b" l="l" r="r" t="t"/>
            <a:pathLst>
              <a:path extrusionOk="0" h="886842" w="886842">
                <a:moveTo>
                  <a:pt x="0" y="0"/>
                </a:moveTo>
                <a:lnTo>
                  <a:pt x="886842" y="0"/>
                </a:lnTo>
                <a:lnTo>
                  <a:pt x="886842" y="886841"/>
                </a:lnTo>
                <a:lnTo>
                  <a:pt x="0" y="886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12"/>
          <p:cNvSpPr/>
          <p:nvPr/>
        </p:nvSpPr>
        <p:spPr>
          <a:xfrm>
            <a:off x="10803398" y="3367078"/>
            <a:ext cx="1590673" cy="1065925"/>
          </a:xfrm>
          <a:custGeom>
            <a:rect b="b" l="l" r="r" t="t"/>
            <a:pathLst>
              <a:path extrusionOk="0" h="1065925" w="1590673">
                <a:moveTo>
                  <a:pt x="0" y="0"/>
                </a:moveTo>
                <a:lnTo>
                  <a:pt x="1590674" y="0"/>
                </a:lnTo>
                <a:lnTo>
                  <a:pt x="1590674" y="1065926"/>
                </a:lnTo>
                <a:lnTo>
                  <a:pt x="0" y="1065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-14556" r="-15633" t="0"/>
            </a:stretch>
          </a:blipFill>
          <a:ln>
            <a:noFill/>
          </a:ln>
        </p:spPr>
      </p:sp>
      <p:grpSp>
        <p:nvGrpSpPr>
          <p:cNvPr id="338" name="Google Shape;338;p12"/>
          <p:cNvGrpSpPr/>
          <p:nvPr/>
        </p:nvGrpSpPr>
        <p:grpSpPr>
          <a:xfrm>
            <a:off x="10429837" y="7422867"/>
            <a:ext cx="1895713" cy="798984"/>
            <a:chOff x="0" y="0"/>
            <a:chExt cx="2527617" cy="1065311"/>
          </a:xfrm>
        </p:grpSpPr>
        <p:sp>
          <p:nvSpPr>
            <p:cNvPr id="339" name="Google Shape;339;p12"/>
            <p:cNvSpPr/>
            <p:nvPr/>
          </p:nvSpPr>
          <p:spPr>
            <a:xfrm>
              <a:off x="0" y="0"/>
              <a:ext cx="2527617" cy="777242"/>
            </a:xfrm>
            <a:custGeom>
              <a:rect b="b" l="l" r="r" t="t"/>
              <a:pathLst>
                <a:path extrusionOk="0" h="777242" w="2527617">
                  <a:moveTo>
                    <a:pt x="0" y="0"/>
                  </a:moveTo>
                  <a:lnTo>
                    <a:pt x="2527617" y="0"/>
                  </a:lnTo>
                  <a:lnTo>
                    <a:pt x="2527617" y="777242"/>
                  </a:lnTo>
                  <a:lnTo>
                    <a:pt x="0" y="7772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0" name="Google Shape;340;p12"/>
            <p:cNvSpPr txBox="1"/>
            <p:nvPr/>
          </p:nvSpPr>
          <p:spPr>
            <a:xfrm>
              <a:off x="1002458" y="764784"/>
              <a:ext cx="612992" cy="300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9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VISTA</a:t>
              </a:r>
              <a:endParaRPr/>
            </a:p>
          </p:txBody>
        </p:sp>
      </p:grpSp>
      <p:cxnSp>
        <p:nvCxnSpPr>
          <p:cNvPr id="341" name="Google Shape;341;p12"/>
          <p:cNvCxnSpPr/>
          <p:nvPr/>
        </p:nvCxnSpPr>
        <p:spPr>
          <a:xfrm flipH="1" rot="10800000">
            <a:off x="7110835" y="5143500"/>
            <a:ext cx="7130413" cy="1511734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2" name="Google Shape;342;p12"/>
          <p:cNvCxnSpPr/>
          <p:nvPr/>
        </p:nvCxnSpPr>
        <p:spPr>
          <a:xfrm>
            <a:off x="8012474" y="7534772"/>
            <a:ext cx="2247753" cy="25375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343" name="Google Shape;343;p12"/>
          <p:cNvGrpSpPr/>
          <p:nvPr/>
        </p:nvGrpSpPr>
        <p:grpSpPr>
          <a:xfrm>
            <a:off x="8969370" y="5389293"/>
            <a:ext cx="3226501" cy="897798"/>
            <a:chOff x="0" y="0"/>
            <a:chExt cx="4302002" cy="1197064"/>
          </a:xfrm>
        </p:grpSpPr>
        <p:grpSp>
          <p:nvGrpSpPr>
            <p:cNvPr id="344" name="Google Shape;344;p12"/>
            <p:cNvGrpSpPr/>
            <p:nvPr/>
          </p:nvGrpSpPr>
          <p:grpSpPr>
            <a:xfrm>
              <a:off x="0" y="0"/>
              <a:ext cx="4302002" cy="1197064"/>
              <a:chOff x="0" y="0"/>
              <a:chExt cx="729724" cy="203051"/>
            </a:xfrm>
          </p:grpSpPr>
          <p:sp>
            <p:nvSpPr>
              <p:cNvPr id="345" name="Google Shape;345;p12"/>
              <p:cNvSpPr/>
              <p:nvPr/>
            </p:nvSpPr>
            <p:spPr>
              <a:xfrm>
                <a:off x="0" y="0"/>
                <a:ext cx="729724" cy="203051"/>
              </a:xfrm>
              <a:custGeom>
                <a:rect b="b" l="l" r="r" t="t"/>
                <a:pathLst>
                  <a:path extrusionOk="0" h="203051" w="729724">
                    <a:moveTo>
                      <a:pt x="55188" y="0"/>
                    </a:moveTo>
                    <a:lnTo>
                      <a:pt x="674536" y="0"/>
                    </a:lnTo>
                    <a:cubicBezTo>
                      <a:pt x="705015" y="0"/>
                      <a:pt x="729724" y="24709"/>
                      <a:pt x="729724" y="55188"/>
                    </a:cubicBezTo>
                    <a:lnTo>
                      <a:pt x="729724" y="147863"/>
                    </a:lnTo>
                    <a:cubicBezTo>
                      <a:pt x="729724" y="162500"/>
                      <a:pt x="723909" y="176537"/>
                      <a:pt x="713560" y="186887"/>
                    </a:cubicBezTo>
                    <a:cubicBezTo>
                      <a:pt x="703210" y="197237"/>
                      <a:pt x="689173" y="203051"/>
                      <a:pt x="674536" y="203051"/>
                    </a:cubicBezTo>
                    <a:lnTo>
                      <a:pt x="55188" y="203051"/>
                    </a:lnTo>
                    <a:cubicBezTo>
                      <a:pt x="24709" y="203051"/>
                      <a:pt x="0" y="178343"/>
                      <a:pt x="0" y="147863"/>
                    </a:cubicBezTo>
                    <a:lnTo>
                      <a:pt x="0" y="55188"/>
                    </a:lnTo>
                    <a:cubicBezTo>
                      <a:pt x="0" y="24709"/>
                      <a:pt x="24709" y="0"/>
                      <a:pt x="55188" y="0"/>
                    </a:cubicBezTo>
                    <a:close/>
                  </a:path>
                </a:pathLst>
              </a:custGeom>
              <a:solidFill>
                <a:srgbClr val="FFCDBE">
                  <a:alpha val="92549"/>
                </a:srgbClr>
              </a:solidFill>
              <a:ln cap="rnd" cmpd="sng" w="38100">
                <a:solidFill>
                  <a:srgbClr val="000000">
                    <a:alpha val="92549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2"/>
              <p:cNvSpPr txBox="1"/>
              <p:nvPr/>
            </p:nvSpPr>
            <p:spPr>
              <a:xfrm>
                <a:off x="0" y="0"/>
                <a:ext cx="729724" cy="203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8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7" name="Google Shape;347;p12"/>
            <p:cNvSpPr/>
            <p:nvPr/>
          </p:nvSpPr>
          <p:spPr>
            <a:xfrm>
              <a:off x="152458" y="135093"/>
              <a:ext cx="850351" cy="850351"/>
            </a:xfrm>
            <a:custGeom>
              <a:rect b="b" l="l" r="r" t="t"/>
              <a:pathLst>
                <a:path extrusionOk="0" h="850351" w="850351">
                  <a:moveTo>
                    <a:pt x="0" y="0"/>
                  </a:moveTo>
                  <a:lnTo>
                    <a:pt x="850351" y="0"/>
                  </a:lnTo>
                  <a:lnTo>
                    <a:pt x="850351" y="850351"/>
                  </a:lnTo>
                  <a:lnTo>
                    <a:pt x="0" y="85035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8" name="Google Shape;348;p12"/>
            <p:cNvSpPr txBox="1"/>
            <p:nvPr/>
          </p:nvSpPr>
          <p:spPr>
            <a:xfrm>
              <a:off x="1096776" y="177849"/>
              <a:ext cx="3051175" cy="7818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39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56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API INTERNA DE </a:t>
              </a:r>
              <a:endParaRPr/>
            </a:p>
            <a:p>
              <a:pPr indent="0" lvl="0" marL="0" marR="0" rtl="0" algn="just">
                <a:lnSpc>
                  <a:spcPct val="139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56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FIRMA ELECTRONICA</a:t>
              </a:r>
              <a:endParaRPr/>
            </a:p>
          </p:txBody>
        </p:sp>
      </p:grpSp>
      <p:cxnSp>
        <p:nvCxnSpPr>
          <p:cNvPr id="349" name="Google Shape;349;p12"/>
          <p:cNvCxnSpPr/>
          <p:nvPr/>
        </p:nvCxnSpPr>
        <p:spPr>
          <a:xfrm>
            <a:off x="12315292" y="5857242"/>
            <a:ext cx="1925956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0" name="Google Shape;350;p12"/>
          <p:cNvSpPr/>
          <p:nvPr/>
        </p:nvSpPr>
        <p:spPr>
          <a:xfrm>
            <a:off x="9246114" y="6744166"/>
            <a:ext cx="795081" cy="943496"/>
          </a:xfrm>
          <a:custGeom>
            <a:rect b="b" l="l" r="r" t="t"/>
            <a:pathLst>
              <a:path extrusionOk="0" h="943496" w="795081">
                <a:moveTo>
                  <a:pt x="0" y="0"/>
                </a:moveTo>
                <a:lnTo>
                  <a:pt x="795081" y="0"/>
                </a:lnTo>
                <a:lnTo>
                  <a:pt x="795081" y="943496"/>
                </a:lnTo>
                <a:lnTo>
                  <a:pt x="0" y="943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12"/>
          <p:cNvSpPr txBox="1"/>
          <p:nvPr/>
        </p:nvSpPr>
        <p:spPr>
          <a:xfrm>
            <a:off x="2094651" y="4514202"/>
            <a:ext cx="2316858" cy="298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 OPERATIVO</a:t>
            </a:r>
            <a:endParaRPr/>
          </a:p>
        </p:txBody>
      </p:sp>
      <p:sp>
        <p:nvSpPr>
          <p:cNvPr id="352" name="Google Shape;352;p12"/>
          <p:cNvSpPr txBox="1"/>
          <p:nvPr/>
        </p:nvSpPr>
        <p:spPr>
          <a:xfrm>
            <a:off x="8162637" y="4493196"/>
            <a:ext cx="981363" cy="296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MODELO</a:t>
            </a:r>
            <a:endParaRPr/>
          </a:p>
        </p:txBody>
      </p:sp>
      <p:sp>
        <p:nvSpPr>
          <p:cNvPr id="353" name="Google Shape;353;p12"/>
          <p:cNvSpPr txBox="1"/>
          <p:nvPr/>
        </p:nvSpPr>
        <p:spPr>
          <a:xfrm>
            <a:off x="10745754" y="4493196"/>
            <a:ext cx="1705961" cy="296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 DE DATOS</a:t>
            </a:r>
            <a:endParaRPr/>
          </a:p>
        </p:txBody>
      </p:sp>
      <p:sp>
        <p:nvSpPr>
          <p:cNvPr id="354" name="Google Shape;354;p12"/>
          <p:cNvSpPr txBox="1"/>
          <p:nvPr/>
        </p:nvSpPr>
        <p:spPr>
          <a:xfrm>
            <a:off x="166782" y="346517"/>
            <a:ext cx="424472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22A40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  <a:endParaRPr/>
          </a:p>
        </p:txBody>
      </p:sp>
      <p:sp>
        <p:nvSpPr>
          <p:cNvPr id="355" name="Google Shape;355;p12"/>
          <p:cNvSpPr txBox="1"/>
          <p:nvPr/>
        </p:nvSpPr>
        <p:spPr>
          <a:xfrm>
            <a:off x="2094651" y="7246440"/>
            <a:ext cx="2249754" cy="38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Linux Debian 11</a:t>
            </a:r>
            <a:endParaRPr/>
          </a:p>
        </p:txBody>
      </p:sp>
      <p:sp>
        <p:nvSpPr>
          <p:cNvPr id="356" name="Google Shape;356;p12"/>
          <p:cNvSpPr txBox="1"/>
          <p:nvPr/>
        </p:nvSpPr>
        <p:spPr>
          <a:xfrm>
            <a:off x="5501353" y="2847401"/>
            <a:ext cx="1527459" cy="298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 MVC</a:t>
            </a:r>
            <a:endParaRPr/>
          </a:p>
        </p:txBody>
      </p:sp>
      <p:sp>
        <p:nvSpPr>
          <p:cNvPr id="357" name="Google Shape;357;p12"/>
          <p:cNvSpPr txBox="1"/>
          <p:nvPr/>
        </p:nvSpPr>
        <p:spPr>
          <a:xfrm>
            <a:off x="14656317" y="3731638"/>
            <a:ext cx="1216635" cy="39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INTEGRACIONES </a:t>
            </a:r>
            <a:endParaRPr/>
          </a:p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EXTERNAS</a:t>
            </a:r>
            <a:endParaRPr/>
          </a:p>
        </p:txBody>
      </p:sp>
      <p:sp>
        <p:nvSpPr>
          <p:cNvPr id="358" name="Google Shape;358;p12"/>
          <p:cNvSpPr txBox="1"/>
          <p:nvPr/>
        </p:nvSpPr>
        <p:spPr>
          <a:xfrm>
            <a:off x="5978552" y="7925829"/>
            <a:ext cx="1724661" cy="296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6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CONTROLADOR</a:t>
            </a:r>
            <a:endParaRPr/>
          </a:p>
        </p:txBody>
      </p:sp>
      <p:sp>
        <p:nvSpPr>
          <p:cNvPr id="359" name="Google Shape;359;p12"/>
          <p:cNvSpPr txBox="1"/>
          <p:nvPr/>
        </p:nvSpPr>
        <p:spPr>
          <a:xfrm>
            <a:off x="14866477" y="6338397"/>
            <a:ext cx="535251" cy="219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API QR</a:t>
            </a:r>
            <a:endParaRPr/>
          </a:p>
        </p:txBody>
      </p:sp>
      <p:sp>
        <p:nvSpPr>
          <p:cNvPr id="360" name="Google Shape;360;p12"/>
          <p:cNvSpPr txBox="1"/>
          <p:nvPr/>
        </p:nvSpPr>
        <p:spPr>
          <a:xfrm>
            <a:off x="14807014" y="5124450"/>
            <a:ext cx="541292" cy="146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API CLIMA</a:t>
            </a:r>
            <a:endParaRPr/>
          </a:p>
        </p:txBody>
      </p:sp>
      <p:cxnSp>
        <p:nvCxnSpPr>
          <p:cNvPr id="361" name="Google Shape;361;p12"/>
          <p:cNvCxnSpPr/>
          <p:nvPr/>
        </p:nvCxnSpPr>
        <p:spPr>
          <a:xfrm>
            <a:off x="8006392" y="7363322"/>
            <a:ext cx="113760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3"/>
          <p:cNvGrpSpPr/>
          <p:nvPr/>
        </p:nvGrpSpPr>
        <p:grpSpPr>
          <a:xfrm>
            <a:off x="-497775" y="824375"/>
            <a:ext cx="5787097" cy="985325"/>
            <a:chOff x="0" y="0"/>
            <a:chExt cx="1524174" cy="259509"/>
          </a:xfrm>
        </p:grpSpPr>
        <p:sp>
          <p:nvSpPr>
            <p:cNvPr id="367" name="Google Shape;367;p13"/>
            <p:cNvSpPr/>
            <p:nvPr/>
          </p:nvSpPr>
          <p:spPr>
            <a:xfrm>
              <a:off x="0" y="0"/>
              <a:ext cx="1524174" cy="259509"/>
            </a:xfrm>
            <a:custGeom>
              <a:rect b="b" l="l" r="r" t="t"/>
              <a:pathLst>
                <a:path extrusionOk="0"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368" name="Google Shape;368;p13"/>
            <p:cNvSpPr txBox="1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9" name="Google Shape;369;p13"/>
          <p:cNvSpPr/>
          <p:nvPr/>
        </p:nvSpPr>
        <p:spPr>
          <a:xfrm rot="-2355953">
            <a:off x="7003660" y="5687264"/>
            <a:ext cx="13568203" cy="4367543"/>
          </a:xfrm>
          <a:custGeom>
            <a:rect b="b" l="l" r="r" t="t"/>
            <a:pathLst>
              <a:path extrusionOk="0" h="4367543" w="13568203">
                <a:moveTo>
                  <a:pt x="0" y="0"/>
                </a:moveTo>
                <a:lnTo>
                  <a:pt x="13568204" y="0"/>
                </a:lnTo>
                <a:lnTo>
                  <a:pt x="13568204" y="4367542"/>
                </a:lnTo>
                <a:lnTo>
                  <a:pt x="0" y="4367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0" name="Google Shape;370;p13"/>
          <p:cNvGrpSpPr/>
          <p:nvPr/>
        </p:nvGrpSpPr>
        <p:grpSpPr>
          <a:xfrm>
            <a:off x="4525809" y="553525"/>
            <a:ext cx="1527026" cy="1527026"/>
            <a:chOff x="0" y="0"/>
            <a:chExt cx="812800" cy="812800"/>
          </a:xfrm>
        </p:grpSpPr>
        <p:sp>
          <p:nvSpPr>
            <p:cNvPr id="371" name="Google Shape;371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3" name="Google Shape;373;p13"/>
          <p:cNvSpPr/>
          <p:nvPr/>
        </p:nvSpPr>
        <p:spPr>
          <a:xfrm>
            <a:off x="4729070" y="756785"/>
            <a:ext cx="1120505" cy="1120505"/>
          </a:xfrm>
          <a:custGeom>
            <a:rect b="b" l="l" r="r" t="t"/>
            <a:pathLst>
              <a:path extrusionOk="0" h="1120505" w="1120505">
                <a:moveTo>
                  <a:pt x="0" y="0"/>
                </a:moveTo>
                <a:lnTo>
                  <a:pt x="1120504" y="0"/>
                </a:lnTo>
                <a:lnTo>
                  <a:pt x="1120504" y="1120505"/>
                </a:lnTo>
                <a:lnTo>
                  <a:pt x="0" y="1120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4" name="Google Shape;374;p13"/>
          <p:cNvSpPr/>
          <p:nvPr/>
        </p:nvSpPr>
        <p:spPr>
          <a:xfrm>
            <a:off x="3981483" y="1094572"/>
            <a:ext cx="9806279" cy="8163728"/>
          </a:xfrm>
          <a:custGeom>
            <a:rect b="b" l="l" r="r" t="t"/>
            <a:pathLst>
              <a:path extrusionOk="0" h="8163728" w="9806279">
                <a:moveTo>
                  <a:pt x="0" y="0"/>
                </a:moveTo>
                <a:lnTo>
                  <a:pt x="9806279" y="0"/>
                </a:lnTo>
                <a:lnTo>
                  <a:pt x="9806279" y="8163728"/>
                </a:lnTo>
                <a:lnTo>
                  <a:pt x="0" y="8163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5" name="Google Shape;375;p13"/>
          <p:cNvSpPr txBox="1"/>
          <p:nvPr/>
        </p:nvSpPr>
        <p:spPr>
          <a:xfrm>
            <a:off x="199390" y="825865"/>
            <a:ext cx="4119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Metodolog</a:t>
            </a:r>
            <a:r>
              <a:rPr b="1" lang="en-US" sz="5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í</a:t>
            </a: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A40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"/>
          <p:cNvSpPr/>
          <p:nvPr/>
        </p:nvSpPr>
        <p:spPr>
          <a:xfrm rot="-1627308">
            <a:off x="-6906184" y="-1872346"/>
            <a:ext cx="17016201" cy="6180151"/>
          </a:xfrm>
          <a:custGeom>
            <a:rect b="b" l="l" r="r" t="t"/>
            <a:pathLst>
              <a:path extrusionOk="0"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14"/>
          <p:cNvSpPr/>
          <p:nvPr/>
        </p:nvSpPr>
        <p:spPr>
          <a:xfrm rot="-1627308">
            <a:off x="5573157" y="7333859"/>
            <a:ext cx="17016201" cy="6180151"/>
          </a:xfrm>
          <a:custGeom>
            <a:rect b="b" l="l" r="r" t="t"/>
            <a:pathLst>
              <a:path extrusionOk="0"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2" name="Google Shape;382;p14"/>
          <p:cNvGrpSpPr/>
          <p:nvPr/>
        </p:nvGrpSpPr>
        <p:grpSpPr>
          <a:xfrm>
            <a:off x="-435664" y="697773"/>
            <a:ext cx="4988924" cy="921074"/>
            <a:chOff x="0" y="0"/>
            <a:chExt cx="1405611" cy="259509"/>
          </a:xfrm>
        </p:grpSpPr>
        <p:sp>
          <p:nvSpPr>
            <p:cNvPr id="383" name="Google Shape;383;p14"/>
            <p:cNvSpPr/>
            <p:nvPr/>
          </p:nvSpPr>
          <p:spPr>
            <a:xfrm>
              <a:off x="0" y="0"/>
              <a:ext cx="1405611" cy="259509"/>
            </a:xfrm>
            <a:custGeom>
              <a:rect b="b" l="l" r="r" t="t"/>
              <a:pathLst>
                <a:path extrusionOk="0"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  <a:ln>
              <a:noFill/>
            </a:ln>
          </p:spPr>
        </p:sp>
        <p:sp>
          <p:nvSpPr>
            <p:cNvPr id="384" name="Google Shape;384;p14"/>
            <p:cNvSpPr txBox="1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14"/>
          <p:cNvGrpSpPr/>
          <p:nvPr/>
        </p:nvGrpSpPr>
        <p:grpSpPr>
          <a:xfrm>
            <a:off x="3957749" y="276961"/>
            <a:ext cx="1762698" cy="1762698"/>
            <a:chOff x="0" y="0"/>
            <a:chExt cx="812800" cy="812800"/>
          </a:xfrm>
        </p:grpSpPr>
        <p:sp>
          <p:nvSpPr>
            <p:cNvPr id="386" name="Google Shape;386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8" name="Google Shape;388;p14"/>
          <p:cNvSpPr txBox="1"/>
          <p:nvPr/>
        </p:nvSpPr>
        <p:spPr>
          <a:xfrm>
            <a:off x="632207" y="705415"/>
            <a:ext cx="2798631" cy="820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22" u="none" cap="none" strike="noStrike">
                <a:solidFill>
                  <a:srgbClr val="122A40"/>
                </a:solidFill>
                <a:latin typeface="Open Sans"/>
                <a:ea typeface="Open Sans"/>
                <a:cs typeface="Open Sans"/>
                <a:sym typeface="Open Sans"/>
              </a:rPr>
              <a:t>Roles</a:t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4189658" y="411466"/>
            <a:ext cx="1262002" cy="1234468"/>
          </a:xfrm>
          <a:custGeom>
            <a:rect b="b" l="l" r="r" t="t"/>
            <a:pathLst>
              <a:path extrusionOk="0" h="1234468" w="1262002">
                <a:moveTo>
                  <a:pt x="0" y="0"/>
                </a:moveTo>
                <a:lnTo>
                  <a:pt x="1262002" y="0"/>
                </a:lnTo>
                <a:lnTo>
                  <a:pt x="1262002" y="1234468"/>
                </a:lnTo>
                <a:lnTo>
                  <a:pt x="0" y="1234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0" name="Google Shape;390;p14"/>
          <p:cNvGrpSpPr/>
          <p:nvPr/>
        </p:nvGrpSpPr>
        <p:grpSpPr>
          <a:xfrm>
            <a:off x="2956560" y="6525399"/>
            <a:ext cx="5706351" cy="1317436"/>
            <a:chOff x="0" y="0"/>
            <a:chExt cx="1405611" cy="324516"/>
          </a:xfrm>
        </p:grpSpPr>
        <p:sp>
          <p:nvSpPr>
            <p:cNvPr id="391" name="Google Shape;391;p14"/>
            <p:cNvSpPr/>
            <p:nvPr/>
          </p:nvSpPr>
          <p:spPr>
            <a:xfrm>
              <a:off x="0" y="0"/>
              <a:ext cx="1405611" cy="324516"/>
            </a:xfrm>
            <a:custGeom>
              <a:rect b="b" l="l" r="r" t="t"/>
              <a:pathLst>
                <a:path extrusionOk="0" h="324516" w="1405611">
                  <a:moveTo>
                    <a:pt x="27134" y="0"/>
                  </a:moveTo>
                  <a:lnTo>
                    <a:pt x="1378477" y="0"/>
                  </a:lnTo>
                  <a:cubicBezTo>
                    <a:pt x="1393463" y="0"/>
                    <a:pt x="1405611" y="12148"/>
                    <a:pt x="1405611" y="27134"/>
                  </a:cubicBezTo>
                  <a:lnTo>
                    <a:pt x="1405611" y="297382"/>
                  </a:lnTo>
                  <a:cubicBezTo>
                    <a:pt x="1405611" y="312368"/>
                    <a:pt x="1393463" y="324516"/>
                    <a:pt x="1378477" y="324516"/>
                  </a:cubicBezTo>
                  <a:lnTo>
                    <a:pt x="27134" y="324516"/>
                  </a:lnTo>
                  <a:cubicBezTo>
                    <a:pt x="12148" y="324516"/>
                    <a:pt x="0" y="312368"/>
                    <a:pt x="0" y="297382"/>
                  </a:cubicBezTo>
                  <a:lnTo>
                    <a:pt x="0" y="27134"/>
                  </a:lnTo>
                  <a:cubicBezTo>
                    <a:pt x="0" y="12148"/>
                    <a:pt x="12148" y="0"/>
                    <a:pt x="27134" y="0"/>
                  </a:cubicBezTo>
                  <a:close/>
                </a:path>
              </a:pathLst>
            </a:custGeom>
            <a:solidFill>
              <a:srgbClr val="F4F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4"/>
            <p:cNvSpPr txBox="1"/>
            <p:nvPr/>
          </p:nvSpPr>
          <p:spPr>
            <a:xfrm>
              <a:off x="0" y="0"/>
              <a:ext cx="1405611" cy="324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14"/>
          <p:cNvGrpSpPr/>
          <p:nvPr/>
        </p:nvGrpSpPr>
        <p:grpSpPr>
          <a:xfrm>
            <a:off x="1280953" y="6142125"/>
            <a:ext cx="2016181" cy="2016181"/>
            <a:chOff x="0" y="0"/>
            <a:chExt cx="812800" cy="812800"/>
          </a:xfrm>
        </p:grpSpPr>
        <p:sp>
          <p:nvSpPr>
            <p:cNvPr id="394" name="Google Shape;394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14"/>
          <p:cNvGrpSpPr/>
          <p:nvPr/>
        </p:nvGrpSpPr>
        <p:grpSpPr>
          <a:xfrm>
            <a:off x="2967455" y="3523861"/>
            <a:ext cx="5706351" cy="1393699"/>
            <a:chOff x="0" y="0"/>
            <a:chExt cx="1405611" cy="343302"/>
          </a:xfrm>
        </p:grpSpPr>
        <p:sp>
          <p:nvSpPr>
            <p:cNvPr id="397" name="Google Shape;397;p14"/>
            <p:cNvSpPr/>
            <p:nvPr/>
          </p:nvSpPr>
          <p:spPr>
            <a:xfrm>
              <a:off x="0" y="0"/>
              <a:ext cx="1405611" cy="343302"/>
            </a:xfrm>
            <a:custGeom>
              <a:rect b="b" l="l" r="r" t="t"/>
              <a:pathLst>
                <a:path extrusionOk="0" h="343302" w="1405611">
                  <a:moveTo>
                    <a:pt x="27134" y="0"/>
                  </a:moveTo>
                  <a:lnTo>
                    <a:pt x="1378477" y="0"/>
                  </a:lnTo>
                  <a:cubicBezTo>
                    <a:pt x="1393463" y="0"/>
                    <a:pt x="1405611" y="12148"/>
                    <a:pt x="1405611" y="27134"/>
                  </a:cubicBezTo>
                  <a:lnTo>
                    <a:pt x="1405611" y="316167"/>
                  </a:lnTo>
                  <a:cubicBezTo>
                    <a:pt x="1405611" y="331153"/>
                    <a:pt x="1393463" y="343302"/>
                    <a:pt x="1378477" y="343302"/>
                  </a:cubicBezTo>
                  <a:lnTo>
                    <a:pt x="27134" y="343302"/>
                  </a:lnTo>
                  <a:cubicBezTo>
                    <a:pt x="12148" y="343302"/>
                    <a:pt x="0" y="331153"/>
                    <a:pt x="0" y="316167"/>
                  </a:cubicBezTo>
                  <a:lnTo>
                    <a:pt x="0" y="27134"/>
                  </a:lnTo>
                  <a:cubicBezTo>
                    <a:pt x="0" y="12148"/>
                    <a:pt x="12148" y="0"/>
                    <a:pt x="27134" y="0"/>
                  </a:cubicBezTo>
                  <a:close/>
                </a:path>
              </a:pathLst>
            </a:custGeom>
            <a:solidFill>
              <a:srgbClr val="F4F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4"/>
            <p:cNvSpPr txBox="1"/>
            <p:nvPr/>
          </p:nvSpPr>
          <p:spPr>
            <a:xfrm>
              <a:off x="0" y="0"/>
              <a:ext cx="1405611" cy="343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4"/>
          <p:cNvGrpSpPr/>
          <p:nvPr/>
        </p:nvGrpSpPr>
        <p:grpSpPr>
          <a:xfrm>
            <a:off x="1280953" y="3212620"/>
            <a:ext cx="2016181" cy="2016181"/>
            <a:chOff x="0" y="0"/>
            <a:chExt cx="812800" cy="812800"/>
          </a:xfrm>
        </p:grpSpPr>
        <p:sp>
          <p:nvSpPr>
            <p:cNvPr id="400" name="Google Shape;400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D8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14"/>
          <p:cNvSpPr/>
          <p:nvPr/>
        </p:nvSpPr>
        <p:spPr>
          <a:xfrm>
            <a:off x="1727581" y="3331178"/>
            <a:ext cx="1122924" cy="1648329"/>
          </a:xfrm>
          <a:custGeom>
            <a:rect b="b" l="l" r="r" t="t"/>
            <a:pathLst>
              <a:path extrusionOk="0" h="1648329" w="1122924">
                <a:moveTo>
                  <a:pt x="0" y="0"/>
                </a:moveTo>
                <a:lnTo>
                  <a:pt x="1122924" y="0"/>
                </a:lnTo>
                <a:lnTo>
                  <a:pt x="1122924" y="1648329"/>
                </a:lnTo>
                <a:lnTo>
                  <a:pt x="0" y="16483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3" name="Google Shape;403;p14"/>
          <p:cNvGrpSpPr/>
          <p:nvPr/>
        </p:nvGrpSpPr>
        <p:grpSpPr>
          <a:xfrm>
            <a:off x="10116832" y="3659780"/>
            <a:ext cx="6523294" cy="3524337"/>
            <a:chOff x="0" y="0"/>
            <a:chExt cx="1837915" cy="992969"/>
          </a:xfrm>
        </p:grpSpPr>
        <p:sp>
          <p:nvSpPr>
            <p:cNvPr id="404" name="Google Shape;404;p14"/>
            <p:cNvSpPr/>
            <p:nvPr/>
          </p:nvSpPr>
          <p:spPr>
            <a:xfrm>
              <a:off x="0" y="0"/>
              <a:ext cx="1837915" cy="992969"/>
            </a:xfrm>
            <a:custGeom>
              <a:rect b="b" l="l" r="r" t="t"/>
              <a:pathLst>
                <a:path extrusionOk="0" h="992969" w="1837915">
                  <a:moveTo>
                    <a:pt x="23736" y="0"/>
                  </a:moveTo>
                  <a:lnTo>
                    <a:pt x="1814179" y="0"/>
                  </a:lnTo>
                  <a:cubicBezTo>
                    <a:pt x="1827288" y="0"/>
                    <a:pt x="1837915" y="10627"/>
                    <a:pt x="1837915" y="23736"/>
                  </a:cubicBezTo>
                  <a:lnTo>
                    <a:pt x="1837915" y="969233"/>
                  </a:lnTo>
                  <a:cubicBezTo>
                    <a:pt x="1837915" y="975528"/>
                    <a:pt x="1835414" y="981566"/>
                    <a:pt x="1830963" y="986017"/>
                  </a:cubicBezTo>
                  <a:cubicBezTo>
                    <a:pt x="1826511" y="990469"/>
                    <a:pt x="1820474" y="992969"/>
                    <a:pt x="1814179" y="992969"/>
                  </a:cubicBezTo>
                  <a:lnTo>
                    <a:pt x="23736" y="992969"/>
                  </a:lnTo>
                  <a:cubicBezTo>
                    <a:pt x="17441" y="992969"/>
                    <a:pt x="11404" y="990469"/>
                    <a:pt x="6952" y="986017"/>
                  </a:cubicBezTo>
                  <a:cubicBezTo>
                    <a:pt x="2501" y="981566"/>
                    <a:pt x="0" y="975528"/>
                    <a:pt x="0" y="969233"/>
                  </a:cubicBezTo>
                  <a:lnTo>
                    <a:pt x="0" y="23736"/>
                  </a:lnTo>
                  <a:cubicBezTo>
                    <a:pt x="0" y="17441"/>
                    <a:pt x="2501" y="11404"/>
                    <a:pt x="6952" y="6952"/>
                  </a:cubicBezTo>
                  <a:cubicBezTo>
                    <a:pt x="11404" y="2501"/>
                    <a:pt x="17441" y="0"/>
                    <a:pt x="23736" y="0"/>
                  </a:cubicBezTo>
                  <a:close/>
                </a:path>
              </a:pathLst>
            </a:custGeom>
            <a:solidFill>
              <a:srgbClr val="F4F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4"/>
            <p:cNvSpPr txBox="1"/>
            <p:nvPr/>
          </p:nvSpPr>
          <p:spPr>
            <a:xfrm>
              <a:off x="0" y="0"/>
              <a:ext cx="1837915" cy="992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" name="Google Shape;406;p14"/>
          <p:cNvGrpSpPr/>
          <p:nvPr/>
        </p:nvGrpSpPr>
        <p:grpSpPr>
          <a:xfrm>
            <a:off x="12497130" y="2282934"/>
            <a:ext cx="1762698" cy="1762698"/>
            <a:chOff x="0" y="0"/>
            <a:chExt cx="2350264" cy="2350264"/>
          </a:xfrm>
        </p:grpSpPr>
        <p:grpSp>
          <p:nvGrpSpPr>
            <p:cNvPr id="407" name="Google Shape;407;p14"/>
            <p:cNvGrpSpPr/>
            <p:nvPr/>
          </p:nvGrpSpPr>
          <p:grpSpPr>
            <a:xfrm>
              <a:off x="0" y="0"/>
              <a:ext cx="2350264" cy="2350264"/>
              <a:chOff x="0" y="0"/>
              <a:chExt cx="812800" cy="812800"/>
            </a:xfrm>
          </p:grpSpPr>
          <p:sp>
            <p:nvSpPr>
              <p:cNvPr id="408" name="Google Shape;40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D8D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475" lIns="47475" spcFirstLastPara="1" rIns="47475" wrap="square" tIns="47475">
                <a:noAutofit/>
              </a:bodyPr>
              <a:lstStyle/>
              <a:p>
                <a:pPr indent="0" lvl="0" marL="0" marR="0" rtl="0" algn="ctr">
                  <a:lnSpc>
                    <a:spcPct val="128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0" name="Google Shape;410;p14"/>
            <p:cNvSpPr/>
            <p:nvPr/>
          </p:nvSpPr>
          <p:spPr>
            <a:xfrm>
              <a:off x="330187" y="342477"/>
              <a:ext cx="1754462" cy="1728942"/>
            </a:xfrm>
            <a:custGeom>
              <a:rect b="b" l="l" r="r" t="t"/>
              <a:pathLst>
                <a:path extrusionOk="0" h="1728942" w="1754462">
                  <a:moveTo>
                    <a:pt x="0" y="0"/>
                  </a:moveTo>
                  <a:lnTo>
                    <a:pt x="1754461" y="0"/>
                  </a:lnTo>
                  <a:lnTo>
                    <a:pt x="1754461" y="1728942"/>
                  </a:lnTo>
                  <a:lnTo>
                    <a:pt x="0" y="17289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11" name="Google Shape;411;p14"/>
          <p:cNvSpPr/>
          <p:nvPr/>
        </p:nvSpPr>
        <p:spPr>
          <a:xfrm>
            <a:off x="1727581" y="6326051"/>
            <a:ext cx="1122924" cy="1648329"/>
          </a:xfrm>
          <a:custGeom>
            <a:rect b="b" l="l" r="r" t="t"/>
            <a:pathLst>
              <a:path extrusionOk="0" h="1648329" w="1122924">
                <a:moveTo>
                  <a:pt x="0" y="0"/>
                </a:moveTo>
                <a:lnTo>
                  <a:pt x="1122924" y="0"/>
                </a:lnTo>
                <a:lnTo>
                  <a:pt x="1122924" y="1648329"/>
                </a:lnTo>
                <a:lnTo>
                  <a:pt x="0" y="16483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p14"/>
          <p:cNvSpPr/>
          <p:nvPr/>
        </p:nvSpPr>
        <p:spPr>
          <a:xfrm>
            <a:off x="1265816" y="3212620"/>
            <a:ext cx="2031318" cy="203131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9466" l="0" r="0" t="-16314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10116832" y="1869075"/>
            <a:ext cx="2176557" cy="2176557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4294" l="0" r="-14714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12290201" y="1869075"/>
            <a:ext cx="2176557" cy="2176557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919" r="-2919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14466758" y="1869075"/>
            <a:ext cx="2176557" cy="2176557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14095" l="-3011" r="-7314" t="-3300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 txBox="1"/>
          <p:nvPr/>
        </p:nvSpPr>
        <p:spPr>
          <a:xfrm>
            <a:off x="3361965" y="6420624"/>
            <a:ext cx="4931972" cy="945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1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Scrum Master</a:t>
            </a:r>
            <a:endParaRPr/>
          </a:p>
        </p:txBody>
      </p:sp>
      <p:sp>
        <p:nvSpPr>
          <p:cNvPr id="417" name="Google Shape;417;p14"/>
          <p:cNvSpPr txBox="1"/>
          <p:nvPr/>
        </p:nvSpPr>
        <p:spPr>
          <a:xfrm>
            <a:off x="2974775" y="7107917"/>
            <a:ext cx="5706351" cy="66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Jorge Sepúlveda</a:t>
            </a:r>
            <a:endParaRPr/>
          </a:p>
        </p:txBody>
      </p:sp>
      <p:sp>
        <p:nvSpPr>
          <p:cNvPr id="418" name="Google Shape;418;p14"/>
          <p:cNvSpPr txBox="1"/>
          <p:nvPr/>
        </p:nvSpPr>
        <p:spPr>
          <a:xfrm>
            <a:off x="2967455" y="4253771"/>
            <a:ext cx="5706351" cy="663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88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Enrique Astudillo</a:t>
            </a:r>
            <a:endParaRPr/>
          </a:p>
        </p:txBody>
      </p:sp>
      <p:sp>
        <p:nvSpPr>
          <p:cNvPr id="419" name="Google Shape;419;p14"/>
          <p:cNvSpPr txBox="1"/>
          <p:nvPr/>
        </p:nvSpPr>
        <p:spPr>
          <a:xfrm>
            <a:off x="3361965" y="3393748"/>
            <a:ext cx="5262500" cy="936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1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 owner</a:t>
            </a:r>
            <a:endParaRPr/>
          </a:p>
        </p:txBody>
      </p:sp>
      <p:sp>
        <p:nvSpPr>
          <p:cNvPr id="420" name="Google Shape;420;p14"/>
          <p:cNvSpPr txBox="1"/>
          <p:nvPr/>
        </p:nvSpPr>
        <p:spPr>
          <a:xfrm>
            <a:off x="10687951" y="4874241"/>
            <a:ext cx="4988924" cy="66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Génesis Contreras</a:t>
            </a:r>
            <a:endParaRPr/>
          </a:p>
        </p:txBody>
      </p:sp>
      <p:sp>
        <p:nvSpPr>
          <p:cNvPr id="421" name="Google Shape;421;p14"/>
          <p:cNvSpPr txBox="1"/>
          <p:nvPr/>
        </p:nvSpPr>
        <p:spPr>
          <a:xfrm>
            <a:off x="10566112" y="6293657"/>
            <a:ext cx="4988924" cy="66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Pedro Vergara</a:t>
            </a:r>
            <a:endParaRPr/>
          </a:p>
        </p:txBody>
      </p:sp>
      <p:sp>
        <p:nvSpPr>
          <p:cNvPr id="422" name="Google Shape;422;p14"/>
          <p:cNvSpPr txBox="1"/>
          <p:nvPr/>
        </p:nvSpPr>
        <p:spPr>
          <a:xfrm>
            <a:off x="10687951" y="5535213"/>
            <a:ext cx="4988924" cy="66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Jorge Sepúlveda</a:t>
            </a:r>
            <a:endParaRPr/>
          </a:p>
        </p:txBody>
      </p:sp>
      <p:sp>
        <p:nvSpPr>
          <p:cNvPr id="423" name="Google Shape;423;p14"/>
          <p:cNvSpPr txBox="1"/>
          <p:nvPr/>
        </p:nvSpPr>
        <p:spPr>
          <a:xfrm>
            <a:off x="10116832" y="3959907"/>
            <a:ext cx="6523294" cy="819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Developer Team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5"/>
          <p:cNvSpPr/>
          <p:nvPr/>
        </p:nvSpPr>
        <p:spPr>
          <a:xfrm rot="10399873">
            <a:off x="-2523491" y="3556445"/>
            <a:ext cx="21301853" cy="7204025"/>
          </a:xfrm>
          <a:custGeom>
            <a:rect b="b" l="l" r="r" t="t"/>
            <a:pathLst>
              <a:path extrusionOk="0" h="7204025" w="21301853">
                <a:moveTo>
                  <a:pt x="0" y="0"/>
                </a:moveTo>
                <a:lnTo>
                  <a:pt x="21301854" y="0"/>
                </a:lnTo>
                <a:lnTo>
                  <a:pt x="21301854" y="7204025"/>
                </a:lnTo>
                <a:lnTo>
                  <a:pt x="0" y="7204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9" name="Google Shape;429;p15"/>
          <p:cNvGrpSpPr/>
          <p:nvPr/>
        </p:nvGrpSpPr>
        <p:grpSpPr>
          <a:xfrm>
            <a:off x="-337241" y="300555"/>
            <a:ext cx="5561006" cy="792054"/>
            <a:chOff x="0" y="0"/>
            <a:chExt cx="1464627" cy="208607"/>
          </a:xfrm>
        </p:grpSpPr>
        <p:sp>
          <p:nvSpPr>
            <p:cNvPr id="430" name="Google Shape;430;p15"/>
            <p:cNvSpPr/>
            <p:nvPr/>
          </p:nvSpPr>
          <p:spPr>
            <a:xfrm>
              <a:off x="0" y="0"/>
              <a:ext cx="1464627" cy="208607"/>
            </a:xfrm>
            <a:custGeom>
              <a:rect b="b" l="l" r="r" t="t"/>
              <a:pathLst>
                <a:path extrusionOk="0"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431" name="Google Shape;431;p15"/>
            <p:cNvSpPr txBox="1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15"/>
          <p:cNvGrpSpPr/>
          <p:nvPr/>
        </p:nvGrpSpPr>
        <p:grpSpPr>
          <a:xfrm>
            <a:off x="4856517" y="100603"/>
            <a:ext cx="1256028" cy="1256028"/>
            <a:chOff x="0" y="0"/>
            <a:chExt cx="812800" cy="812800"/>
          </a:xfrm>
        </p:grpSpPr>
        <p:sp>
          <p:nvSpPr>
            <p:cNvPr id="433" name="Google Shape;433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75" lIns="22875" spcFirstLastPara="1" rIns="22875" wrap="square" tIns="228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5" name="Google Shape;435;p15"/>
          <p:cNvSpPr/>
          <p:nvPr/>
        </p:nvSpPr>
        <p:spPr>
          <a:xfrm>
            <a:off x="5086192" y="289566"/>
            <a:ext cx="796679" cy="878103"/>
          </a:xfrm>
          <a:custGeom>
            <a:rect b="b" l="l" r="r" t="t"/>
            <a:pathLst>
              <a:path extrusionOk="0" h="878103" w="796679">
                <a:moveTo>
                  <a:pt x="0" y="0"/>
                </a:moveTo>
                <a:lnTo>
                  <a:pt x="796679" y="0"/>
                </a:lnTo>
                <a:lnTo>
                  <a:pt x="796679" y="878103"/>
                </a:lnTo>
                <a:lnTo>
                  <a:pt x="0" y="878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6" name="Google Shape;436;p15"/>
          <p:cNvGrpSpPr/>
          <p:nvPr/>
        </p:nvGrpSpPr>
        <p:grpSpPr>
          <a:xfrm>
            <a:off x="256543" y="1448159"/>
            <a:ext cx="6479838" cy="2795034"/>
            <a:chOff x="0" y="0"/>
            <a:chExt cx="1825671" cy="787491"/>
          </a:xfrm>
        </p:grpSpPr>
        <p:sp>
          <p:nvSpPr>
            <p:cNvPr id="437" name="Google Shape;437;p15"/>
            <p:cNvSpPr/>
            <p:nvPr/>
          </p:nvSpPr>
          <p:spPr>
            <a:xfrm>
              <a:off x="0" y="0"/>
              <a:ext cx="1825671" cy="787491"/>
            </a:xfrm>
            <a:custGeom>
              <a:rect b="b" l="l" r="r" t="t"/>
              <a:pathLst>
                <a:path extrusionOk="0" h="787491" w="1825671">
                  <a:moveTo>
                    <a:pt x="23895" y="0"/>
                  </a:moveTo>
                  <a:lnTo>
                    <a:pt x="1801776" y="0"/>
                  </a:lnTo>
                  <a:cubicBezTo>
                    <a:pt x="1814973" y="0"/>
                    <a:pt x="1825671" y="10698"/>
                    <a:pt x="1825671" y="23895"/>
                  </a:cubicBezTo>
                  <a:lnTo>
                    <a:pt x="1825671" y="763595"/>
                  </a:lnTo>
                  <a:cubicBezTo>
                    <a:pt x="1825671" y="769933"/>
                    <a:pt x="1823154" y="776011"/>
                    <a:pt x="1818672" y="780492"/>
                  </a:cubicBezTo>
                  <a:cubicBezTo>
                    <a:pt x="1814191" y="784973"/>
                    <a:pt x="1808113" y="787491"/>
                    <a:pt x="1801776" y="787491"/>
                  </a:cubicBezTo>
                  <a:lnTo>
                    <a:pt x="23895" y="787491"/>
                  </a:lnTo>
                  <a:cubicBezTo>
                    <a:pt x="10698" y="787491"/>
                    <a:pt x="0" y="776792"/>
                    <a:pt x="0" y="763595"/>
                  </a:cubicBezTo>
                  <a:lnTo>
                    <a:pt x="0" y="23895"/>
                  </a:lnTo>
                  <a:cubicBezTo>
                    <a:pt x="0" y="10698"/>
                    <a:pt x="10698" y="0"/>
                    <a:pt x="23895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5"/>
            <p:cNvSpPr txBox="1"/>
            <p:nvPr/>
          </p:nvSpPr>
          <p:spPr>
            <a:xfrm>
              <a:off x="0" y="0"/>
              <a:ext cx="1825671" cy="787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9" name="Google Shape;439;p15"/>
          <p:cNvSpPr txBox="1"/>
          <p:nvPr/>
        </p:nvSpPr>
        <p:spPr>
          <a:xfrm>
            <a:off x="982896" y="151130"/>
            <a:ext cx="314682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Road Map</a:t>
            </a:r>
            <a:endParaRPr/>
          </a:p>
        </p:txBody>
      </p:sp>
      <p:grpSp>
        <p:nvGrpSpPr>
          <p:cNvPr id="440" name="Google Shape;440;p15"/>
          <p:cNvGrpSpPr/>
          <p:nvPr/>
        </p:nvGrpSpPr>
        <p:grpSpPr>
          <a:xfrm>
            <a:off x="1131590" y="1441263"/>
            <a:ext cx="4729745" cy="489614"/>
            <a:chOff x="0" y="-57150"/>
            <a:chExt cx="6306326" cy="652817"/>
          </a:xfrm>
        </p:grpSpPr>
        <p:sp>
          <p:nvSpPr>
            <p:cNvPr id="441" name="Google Shape;441;p15"/>
            <p:cNvSpPr txBox="1"/>
            <p:nvPr/>
          </p:nvSpPr>
          <p:spPr>
            <a:xfrm>
              <a:off x="0" y="-57150"/>
              <a:ext cx="1593715" cy="652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32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Fase 1</a:t>
              </a:r>
              <a:endParaRPr/>
            </a:p>
          </p:txBody>
        </p:sp>
        <p:sp>
          <p:nvSpPr>
            <p:cNvPr id="442" name="Google Shape;442;p15"/>
            <p:cNvSpPr txBox="1"/>
            <p:nvPr/>
          </p:nvSpPr>
          <p:spPr>
            <a:xfrm>
              <a:off x="2172479" y="-10909"/>
              <a:ext cx="4133847" cy="479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2000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53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4 AGOSTO - 7 SEPTIEMBRE</a:t>
              </a:r>
              <a:endParaRPr/>
            </a:p>
          </p:txBody>
        </p:sp>
      </p:grpSp>
      <p:sp>
        <p:nvSpPr>
          <p:cNvPr id="443" name="Google Shape;443;p15"/>
          <p:cNvSpPr txBox="1"/>
          <p:nvPr/>
        </p:nvSpPr>
        <p:spPr>
          <a:xfrm>
            <a:off x="370332" y="2113984"/>
            <a:ext cx="6252261" cy="17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PLANIFICACIÓN E INICIO DEL PROYECTO.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DEFINICIÓN DE REQUISITOS Y MODELADO DE DATOS.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DISEÑO ARQUITECTÓNICO Y DE INTERFAZ (UX/UI).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PREPARACIÓN DEL ENTORNO TECNOLÓGICO.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6"/>
          <p:cNvSpPr/>
          <p:nvPr/>
        </p:nvSpPr>
        <p:spPr>
          <a:xfrm rot="10399873">
            <a:off x="-2523491" y="3556445"/>
            <a:ext cx="21301853" cy="7204025"/>
          </a:xfrm>
          <a:custGeom>
            <a:rect b="b" l="l" r="r" t="t"/>
            <a:pathLst>
              <a:path extrusionOk="0" h="7204025" w="21301853">
                <a:moveTo>
                  <a:pt x="0" y="0"/>
                </a:moveTo>
                <a:lnTo>
                  <a:pt x="21301854" y="0"/>
                </a:lnTo>
                <a:lnTo>
                  <a:pt x="21301854" y="7204025"/>
                </a:lnTo>
                <a:lnTo>
                  <a:pt x="0" y="7204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9" name="Google Shape;449;p16"/>
          <p:cNvGrpSpPr/>
          <p:nvPr/>
        </p:nvGrpSpPr>
        <p:grpSpPr>
          <a:xfrm>
            <a:off x="-337241" y="300555"/>
            <a:ext cx="5561006" cy="792054"/>
            <a:chOff x="0" y="0"/>
            <a:chExt cx="1464627" cy="208607"/>
          </a:xfrm>
        </p:grpSpPr>
        <p:sp>
          <p:nvSpPr>
            <p:cNvPr id="450" name="Google Shape;450;p16"/>
            <p:cNvSpPr/>
            <p:nvPr/>
          </p:nvSpPr>
          <p:spPr>
            <a:xfrm>
              <a:off x="0" y="0"/>
              <a:ext cx="1464627" cy="208607"/>
            </a:xfrm>
            <a:custGeom>
              <a:rect b="b" l="l" r="r" t="t"/>
              <a:pathLst>
                <a:path extrusionOk="0"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451" name="Google Shape;451;p16"/>
            <p:cNvSpPr txBox="1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16"/>
          <p:cNvGrpSpPr/>
          <p:nvPr/>
        </p:nvGrpSpPr>
        <p:grpSpPr>
          <a:xfrm>
            <a:off x="4856517" y="100603"/>
            <a:ext cx="1256028" cy="1256028"/>
            <a:chOff x="0" y="0"/>
            <a:chExt cx="812800" cy="812800"/>
          </a:xfrm>
        </p:grpSpPr>
        <p:sp>
          <p:nvSpPr>
            <p:cNvPr id="453" name="Google Shape;453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75" lIns="22875" spcFirstLastPara="1" rIns="22875" wrap="square" tIns="228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5" name="Google Shape;455;p16"/>
          <p:cNvSpPr/>
          <p:nvPr/>
        </p:nvSpPr>
        <p:spPr>
          <a:xfrm>
            <a:off x="5086192" y="289566"/>
            <a:ext cx="796679" cy="878103"/>
          </a:xfrm>
          <a:custGeom>
            <a:rect b="b" l="l" r="r" t="t"/>
            <a:pathLst>
              <a:path extrusionOk="0" h="878103" w="796679">
                <a:moveTo>
                  <a:pt x="0" y="0"/>
                </a:moveTo>
                <a:lnTo>
                  <a:pt x="796679" y="0"/>
                </a:lnTo>
                <a:lnTo>
                  <a:pt x="796679" y="878103"/>
                </a:lnTo>
                <a:lnTo>
                  <a:pt x="0" y="878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6" name="Google Shape;456;p16"/>
          <p:cNvGrpSpPr/>
          <p:nvPr/>
        </p:nvGrpSpPr>
        <p:grpSpPr>
          <a:xfrm>
            <a:off x="256543" y="1448159"/>
            <a:ext cx="6479838" cy="2795034"/>
            <a:chOff x="0" y="0"/>
            <a:chExt cx="1825671" cy="787491"/>
          </a:xfrm>
        </p:grpSpPr>
        <p:sp>
          <p:nvSpPr>
            <p:cNvPr id="457" name="Google Shape;457;p16"/>
            <p:cNvSpPr/>
            <p:nvPr/>
          </p:nvSpPr>
          <p:spPr>
            <a:xfrm>
              <a:off x="0" y="0"/>
              <a:ext cx="1825671" cy="787491"/>
            </a:xfrm>
            <a:custGeom>
              <a:rect b="b" l="l" r="r" t="t"/>
              <a:pathLst>
                <a:path extrusionOk="0" h="787491" w="1825671">
                  <a:moveTo>
                    <a:pt x="23895" y="0"/>
                  </a:moveTo>
                  <a:lnTo>
                    <a:pt x="1801776" y="0"/>
                  </a:lnTo>
                  <a:cubicBezTo>
                    <a:pt x="1814973" y="0"/>
                    <a:pt x="1825671" y="10698"/>
                    <a:pt x="1825671" y="23895"/>
                  </a:cubicBezTo>
                  <a:lnTo>
                    <a:pt x="1825671" y="763595"/>
                  </a:lnTo>
                  <a:cubicBezTo>
                    <a:pt x="1825671" y="769933"/>
                    <a:pt x="1823154" y="776011"/>
                    <a:pt x="1818672" y="780492"/>
                  </a:cubicBezTo>
                  <a:cubicBezTo>
                    <a:pt x="1814191" y="784973"/>
                    <a:pt x="1808113" y="787491"/>
                    <a:pt x="1801776" y="787491"/>
                  </a:cubicBezTo>
                  <a:lnTo>
                    <a:pt x="23895" y="787491"/>
                  </a:lnTo>
                  <a:cubicBezTo>
                    <a:pt x="10698" y="787491"/>
                    <a:pt x="0" y="776792"/>
                    <a:pt x="0" y="763595"/>
                  </a:cubicBezTo>
                  <a:lnTo>
                    <a:pt x="0" y="23895"/>
                  </a:lnTo>
                  <a:cubicBezTo>
                    <a:pt x="0" y="10698"/>
                    <a:pt x="10698" y="0"/>
                    <a:pt x="23895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6"/>
            <p:cNvSpPr txBox="1"/>
            <p:nvPr/>
          </p:nvSpPr>
          <p:spPr>
            <a:xfrm>
              <a:off x="0" y="0"/>
              <a:ext cx="1825671" cy="787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59" name="Google Shape;459;p16"/>
          <p:cNvCxnSpPr/>
          <p:nvPr/>
        </p:nvCxnSpPr>
        <p:spPr>
          <a:xfrm>
            <a:off x="6837455" y="1894909"/>
            <a:ext cx="6555587" cy="499594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med" w="med" type="stealth"/>
          </a:ln>
        </p:spPr>
      </p:cxnSp>
      <p:sp>
        <p:nvSpPr>
          <p:cNvPr id="460" name="Google Shape;460;p16"/>
          <p:cNvSpPr/>
          <p:nvPr/>
        </p:nvSpPr>
        <p:spPr>
          <a:xfrm rot="570197">
            <a:off x="13460880" y="1794389"/>
            <a:ext cx="479265" cy="652061"/>
          </a:xfrm>
          <a:custGeom>
            <a:rect b="b" l="l" r="r" t="t"/>
            <a:pathLst>
              <a:path extrusionOk="0" h="652061" w="479265">
                <a:moveTo>
                  <a:pt x="0" y="0"/>
                </a:moveTo>
                <a:lnTo>
                  <a:pt x="479265" y="0"/>
                </a:lnTo>
                <a:lnTo>
                  <a:pt x="479265" y="652061"/>
                </a:lnTo>
                <a:lnTo>
                  <a:pt x="0" y="6520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1" name="Google Shape;461;p16"/>
          <p:cNvSpPr txBox="1"/>
          <p:nvPr/>
        </p:nvSpPr>
        <p:spPr>
          <a:xfrm>
            <a:off x="982896" y="151130"/>
            <a:ext cx="314682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Road Map</a:t>
            </a:r>
            <a:endParaRPr/>
          </a:p>
        </p:txBody>
      </p:sp>
      <p:grpSp>
        <p:nvGrpSpPr>
          <p:cNvPr id="462" name="Google Shape;462;p16"/>
          <p:cNvGrpSpPr/>
          <p:nvPr/>
        </p:nvGrpSpPr>
        <p:grpSpPr>
          <a:xfrm>
            <a:off x="1131590" y="1441263"/>
            <a:ext cx="4729745" cy="489614"/>
            <a:chOff x="0" y="-57150"/>
            <a:chExt cx="6306326" cy="652817"/>
          </a:xfrm>
        </p:grpSpPr>
        <p:sp>
          <p:nvSpPr>
            <p:cNvPr id="463" name="Google Shape;463;p16"/>
            <p:cNvSpPr txBox="1"/>
            <p:nvPr/>
          </p:nvSpPr>
          <p:spPr>
            <a:xfrm>
              <a:off x="0" y="-57150"/>
              <a:ext cx="1593715" cy="652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32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Fase 1</a:t>
              </a:r>
              <a:endParaRPr/>
            </a:p>
          </p:txBody>
        </p:sp>
        <p:sp>
          <p:nvSpPr>
            <p:cNvPr id="464" name="Google Shape;464;p16"/>
            <p:cNvSpPr txBox="1"/>
            <p:nvPr/>
          </p:nvSpPr>
          <p:spPr>
            <a:xfrm>
              <a:off x="2172479" y="-10909"/>
              <a:ext cx="4133847" cy="479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2000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53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4 AGOSTO - 7 SEPTIEMBRE</a:t>
              </a:r>
              <a:endParaRPr/>
            </a:p>
          </p:txBody>
        </p:sp>
      </p:grpSp>
      <p:grpSp>
        <p:nvGrpSpPr>
          <p:cNvPr id="465" name="Google Shape;465;p16"/>
          <p:cNvGrpSpPr/>
          <p:nvPr/>
        </p:nvGrpSpPr>
        <p:grpSpPr>
          <a:xfrm>
            <a:off x="9619929" y="2579091"/>
            <a:ext cx="6628286" cy="3151802"/>
            <a:chOff x="0" y="0"/>
            <a:chExt cx="1867496" cy="888009"/>
          </a:xfrm>
        </p:grpSpPr>
        <p:sp>
          <p:nvSpPr>
            <p:cNvPr id="466" name="Google Shape;466;p16"/>
            <p:cNvSpPr/>
            <p:nvPr/>
          </p:nvSpPr>
          <p:spPr>
            <a:xfrm>
              <a:off x="0" y="0"/>
              <a:ext cx="1867496" cy="888009"/>
            </a:xfrm>
            <a:custGeom>
              <a:rect b="b" l="l" r="r" t="t"/>
              <a:pathLst>
                <a:path extrusionOk="0" h="888009" w="1867496">
                  <a:moveTo>
                    <a:pt x="23360" y="0"/>
                  </a:moveTo>
                  <a:lnTo>
                    <a:pt x="1844136" y="0"/>
                  </a:lnTo>
                  <a:cubicBezTo>
                    <a:pt x="1850331" y="0"/>
                    <a:pt x="1856273" y="2461"/>
                    <a:pt x="1860654" y="6842"/>
                  </a:cubicBezTo>
                  <a:cubicBezTo>
                    <a:pt x="1865035" y="11223"/>
                    <a:pt x="1867496" y="17165"/>
                    <a:pt x="1867496" y="23360"/>
                  </a:cubicBezTo>
                  <a:lnTo>
                    <a:pt x="1867496" y="864649"/>
                  </a:lnTo>
                  <a:cubicBezTo>
                    <a:pt x="1867496" y="877550"/>
                    <a:pt x="1857037" y="888009"/>
                    <a:pt x="1844136" y="888009"/>
                  </a:cubicBezTo>
                  <a:lnTo>
                    <a:pt x="23360" y="888009"/>
                  </a:lnTo>
                  <a:cubicBezTo>
                    <a:pt x="17165" y="888009"/>
                    <a:pt x="11223" y="885548"/>
                    <a:pt x="6842" y="881167"/>
                  </a:cubicBezTo>
                  <a:cubicBezTo>
                    <a:pt x="2461" y="876786"/>
                    <a:pt x="0" y="870844"/>
                    <a:pt x="0" y="864649"/>
                  </a:cubicBezTo>
                  <a:lnTo>
                    <a:pt x="0" y="23360"/>
                  </a:lnTo>
                  <a:cubicBezTo>
                    <a:pt x="0" y="10459"/>
                    <a:pt x="10459" y="0"/>
                    <a:pt x="23360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6"/>
            <p:cNvSpPr txBox="1"/>
            <p:nvPr/>
          </p:nvSpPr>
          <p:spPr>
            <a:xfrm>
              <a:off x="0" y="0"/>
              <a:ext cx="1867496" cy="888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8" name="Google Shape;468;p16"/>
          <p:cNvSpPr txBox="1"/>
          <p:nvPr/>
        </p:nvSpPr>
        <p:spPr>
          <a:xfrm>
            <a:off x="10283753" y="3145251"/>
            <a:ext cx="5300638" cy="2145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MÓDULO DE AUTENTICACIÓN.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GENERACIÓN DE ARCHIVOS DIGITALIZADOS.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CRUD DE LAS GESTIONES PRINCIPALES.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ADECUACIÓN DE FILTROS.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PERFILES, PERMISOS, FIRMA ELECTRÓNICA.</a:t>
            </a:r>
            <a:endParaRPr/>
          </a:p>
        </p:txBody>
      </p:sp>
      <p:grpSp>
        <p:nvGrpSpPr>
          <p:cNvPr id="469" name="Google Shape;469;p16"/>
          <p:cNvGrpSpPr/>
          <p:nvPr/>
        </p:nvGrpSpPr>
        <p:grpSpPr>
          <a:xfrm>
            <a:off x="10534116" y="2579437"/>
            <a:ext cx="5050274" cy="489614"/>
            <a:chOff x="0" y="-57150"/>
            <a:chExt cx="6733699" cy="652817"/>
          </a:xfrm>
        </p:grpSpPr>
        <p:sp>
          <p:nvSpPr>
            <p:cNvPr id="470" name="Google Shape;470;p16"/>
            <p:cNvSpPr txBox="1"/>
            <p:nvPr/>
          </p:nvSpPr>
          <p:spPr>
            <a:xfrm>
              <a:off x="0" y="-57150"/>
              <a:ext cx="1593715" cy="652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32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Fase 2</a:t>
              </a:r>
              <a:endParaRPr/>
            </a:p>
          </p:txBody>
        </p:sp>
        <p:sp>
          <p:nvSpPr>
            <p:cNvPr id="471" name="Google Shape;471;p16"/>
            <p:cNvSpPr txBox="1"/>
            <p:nvPr/>
          </p:nvSpPr>
          <p:spPr>
            <a:xfrm>
              <a:off x="2172479" y="-10909"/>
              <a:ext cx="4561220" cy="479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2000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53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8 SEPTIEMBRE - 19 NOVIEMBRE</a:t>
              </a:r>
              <a:endParaRPr/>
            </a:p>
          </p:txBody>
        </p:sp>
      </p:grpSp>
      <p:sp>
        <p:nvSpPr>
          <p:cNvPr id="472" name="Google Shape;472;p16"/>
          <p:cNvSpPr txBox="1"/>
          <p:nvPr/>
        </p:nvSpPr>
        <p:spPr>
          <a:xfrm>
            <a:off x="370332" y="2113984"/>
            <a:ext cx="6252261" cy="17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PLANIFICACIÓN E INICIO DEL PROYECTO.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DEFINICIÓN DE REQUISITOS Y MODELADO DE DATOS.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DISEÑO ARQUITECTÓNICO Y DE INTERFAZ (UX/UI).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PREPARACIÓN DEL ENTORNO TECNOLÓGICO.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7"/>
          <p:cNvSpPr/>
          <p:nvPr/>
        </p:nvSpPr>
        <p:spPr>
          <a:xfrm rot="10399873">
            <a:off x="-2523491" y="3556445"/>
            <a:ext cx="21301853" cy="7204025"/>
          </a:xfrm>
          <a:custGeom>
            <a:rect b="b" l="l" r="r" t="t"/>
            <a:pathLst>
              <a:path extrusionOk="0" h="7204025" w="21301853">
                <a:moveTo>
                  <a:pt x="0" y="0"/>
                </a:moveTo>
                <a:lnTo>
                  <a:pt x="21301854" y="0"/>
                </a:lnTo>
                <a:lnTo>
                  <a:pt x="21301854" y="7204025"/>
                </a:lnTo>
                <a:lnTo>
                  <a:pt x="0" y="7204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8" name="Google Shape;478;p17"/>
          <p:cNvGrpSpPr/>
          <p:nvPr/>
        </p:nvGrpSpPr>
        <p:grpSpPr>
          <a:xfrm>
            <a:off x="-337241" y="300555"/>
            <a:ext cx="5561006" cy="792054"/>
            <a:chOff x="0" y="0"/>
            <a:chExt cx="1464627" cy="208607"/>
          </a:xfrm>
        </p:grpSpPr>
        <p:sp>
          <p:nvSpPr>
            <p:cNvPr id="479" name="Google Shape;479;p17"/>
            <p:cNvSpPr/>
            <p:nvPr/>
          </p:nvSpPr>
          <p:spPr>
            <a:xfrm>
              <a:off x="0" y="0"/>
              <a:ext cx="1464627" cy="208607"/>
            </a:xfrm>
            <a:custGeom>
              <a:rect b="b" l="l" r="r" t="t"/>
              <a:pathLst>
                <a:path extrusionOk="0"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480" name="Google Shape;480;p17"/>
            <p:cNvSpPr txBox="1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1" name="Google Shape;481;p17"/>
          <p:cNvGrpSpPr/>
          <p:nvPr/>
        </p:nvGrpSpPr>
        <p:grpSpPr>
          <a:xfrm>
            <a:off x="4856517" y="100603"/>
            <a:ext cx="1256028" cy="1256028"/>
            <a:chOff x="0" y="0"/>
            <a:chExt cx="812800" cy="812800"/>
          </a:xfrm>
        </p:grpSpPr>
        <p:sp>
          <p:nvSpPr>
            <p:cNvPr id="482" name="Google Shape;482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75" lIns="22875" spcFirstLastPara="1" rIns="22875" wrap="square" tIns="228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p17"/>
          <p:cNvSpPr/>
          <p:nvPr/>
        </p:nvSpPr>
        <p:spPr>
          <a:xfrm>
            <a:off x="5086192" y="289566"/>
            <a:ext cx="796679" cy="878103"/>
          </a:xfrm>
          <a:custGeom>
            <a:rect b="b" l="l" r="r" t="t"/>
            <a:pathLst>
              <a:path extrusionOk="0" h="878103" w="796679">
                <a:moveTo>
                  <a:pt x="0" y="0"/>
                </a:moveTo>
                <a:lnTo>
                  <a:pt x="796679" y="0"/>
                </a:lnTo>
                <a:lnTo>
                  <a:pt x="796679" y="878103"/>
                </a:lnTo>
                <a:lnTo>
                  <a:pt x="0" y="878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5" name="Google Shape;485;p17"/>
          <p:cNvGrpSpPr/>
          <p:nvPr/>
        </p:nvGrpSpPr>
        <p:grpSpPr>
          <a:xfrm>
            <a:off x="256543" y="1448159"/>
            <a:ext cx="6479838" cy="2795034"/>
            <a:chOff x="0" y="0"/>
            <a:chExt cx="1825671" cy="787491"/>
          </a:xfrm>
        </p:grpSpPr>
        <p:sp>
          <p:nvSpPr>
            <p:cNvPr id="486" name="Google Shape;486;p17"/>
            <p:cNvSpPr/>
            <p:nvPr/>
          </p:nvSpPr>
          <p:spPr>
            <a:xfrm>
              <a:off x="0" y="0"/>
              <a:ext cx="1825671" cy="787491"/>
            </a:xfrm>
            <a:custGeom>
              <a:rect b="b" l="l" r="r" t="t"/>
              <a:pathLst>
                <a:path extrusionOk="0" h="787491" w="1825671">
                  <a:moveTo>
                    <a:pt x="23895" y="0"/>
                  </a:moveTo>
                  <a:lnTo>
                    <a:pt x="1801776" y="0"/>
                  </a:lnTo>
                  <a:cubicBezTo>
                    <a:pt x="1814973" y="0"/>
                    <a:pt x="1825671" y="10698"/>
                    <a:pt x="1825671" y="23895"/>
                  </a:cubicBezTo>
                  <a:lnTo>
                    <a:pt x="1825671" y="763595"/>
                  </a:lnTo>
                  <a:cubicBezTo>
                    <a:pt x="1825671" y="769933"/>
                    <a:pt x="1823154" y="776011"/>
                    <a:pt x="1818672" y="780492"/>
                  </a:cubicBezTo>
                  <a:cubicBezTo>
                    <a:pt x="1814191" y="784973"/>
                    <a:pt x="1808113" y="787491"/>
                    <a:pt x="1801776" y="787491"/>
                  </a:cubicBezTo>
                  <a:lnTo>
                    <a:pt x="23895" y="787491"/>
                  </a:lnTo>
                  <a:cubicBezTo>
                    <a:pt x="10698" y="787491"/>
                    <a:pt x="0" y="776792"/>
                    <a:pt x="0" y="763595"/>
                  </a:cubicBezTo>
                  <a:lnTo>
                    <a:pt x="0" y="23895"/>
                  </a:lnTo>
                  <a:cubicBezTo>
                    <a:pt x="0" y="10698"/>
                    <a:pt x="10698" y="0"/>
                    <a:pt x="23895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7"/>
            <p:cNvSpPr txBox="1"/>
            <p:nvPr/>
          </p:nvSpPr>
          <p:spPr>
            <a:xfrm>
              <a:off x="0" y="0"/>
              <a:ext cx="1825671" cy="787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8" name="Google Shape;488;p17"/>
          <p:cNvGrpSpPr/>
          <p:nvPr/>
        </p:nvGrpSpPr>
        <p:grpSpPr>
          <a:xfrm>
            <a:off x="1652139" y="6416461"/>
            <a:ext cx="5378948" cy="2334937"/>
            <a:chOff x="0" y="0"/>
            <a:chExt cx="1515499" cy="657860"/>
          </a:xfrm>
        </p:grpSpPr>
        <p:sp>
          <p:nvSpPr>
            <p:cNvPr id="489" name="Google Shape;489;p17"/>
            <p:cNvSpPr/>
            <p:nvPr/>
          </p:nvSpPr>
          <p:spPr>
            <a:xfrm>
              <a:off x="0" y="0"/>
              <a:ext cx="1515499" cy="657860"/>
            </a:xfrm>
            <a:custGeom>
              <a:rect b="b" l="l" r="r" t="t"/>
              <a:pathLst>
                <a:path extrusionOk="0" h="657860" w="1515499">
                  <a:moveTo>
                    <a:pt x="28786" y="0"/>
                  </a:moveTo>
                  <a:lnTo>
                    <a:pt x="1486713" y="0"/>
                  </a:lnTo>
                  <a:cubicBezTo>
                    <a:pt x="1494348" y="0"/>
                    <a:pt x="1501670" y="3033"/>
                    <a:pt x="1507068" y="8431"/>
                  </a:cubicBezTo>
                  <a:cubicBezTo>
                    <a:pt x="1512467" y="13830"/>
                    <a:pt x="1515499" y="21151"/>
                    <a:pt x="1515499" y="28786"/>
                  </a:cubicBezTo>
                  <a:lnTo>
                    <a:pt x="1515499" y="629074"/>
                  </a:lnTo>
                  <a:cubicBezTo>
                    <a:pt x="1515499" y="644972"/>
                    <a:pt x="1502611" y="657860"/>
                    <a:pt x="1486713" y="657860"/>
                  </a:cubicBezTo>
                  <a:lnTo>
                    <a:pt x="28786" y="657860"/>
                  </a:lnTo>
                  <a:cubicBezTo>
                    <a:pt x="21151" y="657860"/>
                    <a:pt x="13830" y="654827"/>
                    <a:pt x="8431" y="649429"/>
                  </a:cubicBezTo>
                  <a:cubicBezTo>
                    <a:pt x="3033" y="644031"/>
                    <a:pt x="0" y="636709"/>
                    <a:pt x="0" y="629074"/>
                  </a:cubicBezTo>
                  <a:lnTo>
                    <a:pt x="0" y="28786"/>
                  </a:lnTo>
                  <a:cubicBezTo>
                    <a:pt x="0" y="21151"/>
                    <a:pt x="3033" y="13830"/>
                    <a:pt x="8431" y="8431"/>
                  </a:cubicBezTo>
                  <a:cubicBezTo>
                    <a:pt x="13830" y="3033"/>
                    <a:pt x="21151" y="0"/>
                    <a:pt x="28786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7"/>
            <p:cNvSpPr txBox="1"/>
            <p:nvPr/>
          </p:nvSpPr>
          <p:spPr>
            <a:xfrm>
              <a:off x="0" y="0"/>
              <a:ext cx="1515499" cy="657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91" name="Google Shape;491;p17"/>
          <p:cNvCxnSpPr/>
          <p:nvPr/>
        </p:nvCxnSpPr>
        <p:spPr>
          <a:xfrm>
            <a:off x="6837455" y="1894909"/>
            <a:ext cx="6555587" cy="499594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med" w="med" type="stealth"/>
          </a:ln>
        </p:spPr>
      </p:cxnSp>
      <p:cxnSp>
        <p:nvCxnSpPr>
          <p:cNvPr id="492" name="Google Shape;492;p17"/>
          <p:cNvCxnSpPr/>
          <p:nvPr/>
        </p:nvCxnSpPr>
        <p:spPr>
          <a:xfrm flipH="1">
            <a:off x="4729627" y="4862740"/>
            <a:ext cx="4505460" cy="1470709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med" w="med" type="stealth"/>
          </a:ln>
        </p:spPr>
      </p:cxnSp>
      <p:cxnSp>
        <p:nvCxnSpPr>
          <p:cNvPr id="493" name="Google Shape;493;p17"/>
          <p:cNvCxnSpPr/>
          <p:nvPr/>
        </p:nvCxnSpPr>
        <p:spPr>
          <a:xfrm>
            <a:off x="4729627" y="8751399"/>
            <a:ext cx="7325534" cy="878645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med" w="med" type="stealth"/>
          </a:ln>
        </p:spPr>
      </p:cxnSp>
      <p:sp>
        <p:nvSpPr>
          <p:cNvPr id="494" name="Google Shape;494;p17"/>
          <p:cNvSpPr/>
          <p:nvPr/>
        </p:nvSpPr>
        <p:spPr>
          <a:xfrm>
            <a:off x="12256308" y="8751399"/>
            <a:ext cx="1078182" cy="1189718"/>
          </a:xfrm>
          <a:custGeom>
            <a:rect b="b" l="l" r="r" t="t"/>
            <a:pathLst>
              <a:path extrusionOk="0" h="1189718" w="1078182">
                <a:moveTo>
                  <a:pt x="0" y="0"/>
                </a:moveTo>
                <a:lnTo>
                  <a:pt x="1078182" y="0"/>
                </a:lnTo>
                <a:lnTo>
                  <a:pt x="1078182" y="1189718"/>
                </a:lnTo>
                <a:lnTo>
                  <a:pt x="0" y="11897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5" name="Google Shape;495;p17"/>
          <p:cNvSpPr/>
          <p:nvPr/>
        </p:nvSpPr>
        <p:spPr>
          <a:xfrm rot="570197">
            <a:off x="13460880" y="1794389"/>
            <a:ext cx="479265" cy="652061"/>
          </a:xfrm>
          <a:custGeom>
            <a:rect b="b" l="l" r="r" t="t"/>
            <a:pathLst>
              <a:path extrusionOk="0" h="652061" w="479265">
                <a:moveTo>
                  <a:pt x="0" y="0"/>
                </a:moveTo>
                <a:lnTo>
                  <a:pt x="479265" y="0"/>
                </a:lnTo>
                <a:lnTo>
                  <a:pt x="479265" y="652061"/>
                </a:lnTo>
                <a:lnTo>
                  <a:pt x="0" y="6520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6" name="Google Shape;496;p17"/>
          <p:cNvSpPr txBox="1"/>
          <p:nvPr/>
        </p:nvSpPr>
        <p:spPr>
          <a:xfrm>
            <a:off x="982896" y="151130"/>
            <a:ext cx="314682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Road Map</a:t>
            </a:r>
            <a:endParaRPr/>
          </a:p>
        </p:txBody>
      </p:sp>
      <p:sp>
        <p:nvSpPr>
          <p:cNvPr id="497" name="Google Shape;497;p17"/>
          <p:cNvSpPr txBox="1"/>
          <p:nvPr/>
        </p:nvSpPr>
        <p:spPr>
          <a:xfrm>
            <a:off x="370332" y="2113984"/>
            <a:ext cx="6252261" cy="17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PLANIFICACIÓN E INICIO DEL PROYECTO.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DEFINICIÓN DE REQUISITOS Y MODELADO DE DATOS.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DISEÑO ARQUITECTÓNICO Y DE INTERFAZ (UX/UI).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PREPARACIÓN DEL ENTORNO TECNOLÓGICO.</a:t>
            </a:r>
            <a:endParaRPr/>
          </a:p>
        </p:txBody>
      </p:sp>
      <p:sp>
        <p:nvSpPr>
          <p:cNvPr id="498" name="Google Shape;498;p17"/>
          <p:cNvSpPr/>
          <p:nvPr/>
        </p:nvSpPr>
        <p:spPr>
          <a:xfrm rot="-1029998">
            <a:off x="4117079" y="5668759"/>
            <a:ext cx="479265" cy="652061"/>
          </a:xfrm>
          <a:custGeom>
            <a:rect b="b" l="l" r="r" t="t"/>
            <a:pathLst>
              <a:path extrusionOk="0" h="652061" w="479265">
                <a:moveTo>
                  <a:pt x="0" y="0"/>
                </a:moveTo>
                <a:lnTo>
                  <a:pt x="479265" y="0"/>
                </a:lnTo>
                <a:lnTo>
                  <a:pt x="479265" y="652061"/>
                </a:lnTo>
                <a:lnTo>
                  <a:pt x="0" y="6520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9" name="Google Shape;499;p17"/>
          <p:cNvSpPr txBox="1"/>
          <p:nvPr/>
        </p:nvSpPr>
        <p:spPr>
          <a:xfrm>
            <a:off x="1951719" y="6899974"/>
            <a:ext cx="4670873" cy="17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GENERACIÓN DE DOCUMENTACIÓN.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REVISIÓN Y APROBACIÓN DE LA DOCUMENTACIÓN.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CIERRE Y PUESTA EN PRODUCCIÓN.</a:t>
            </a:r>
            <a:endParaRPr/>
          </a:p>
        </p:txBody>
      </p:sp>
      <p:grpSp>
        <p:nvGrpSpPr>
          <p:cNvPr id="500" name="Google Shape;500;p17"/>
          <p:cNvGrpSpPr/>
          <p:nvPr/>
        </p:nvGrpSpPr>
        <p:grpSpPr>
          <a:xfrm>
            <a:off x="1131590" y="1441263"/>
            <a:ext cx="4729745" cy="489614"/>
            <a:chOff x="0" y="-57150"/>
            <a:chExt cx="6306326" cy="652817"/>
          </a:xfrm>
        </p:grpSpPr>
        <p:sp>
          <p:nvSpPr>
            <p:cNvPr id="501" name="Google Shape;501;p17"/>
            <p:cNvSpPr txBox="1"/>
            <p:nvPr/>
          </p:nvSpPr>
          <p:spPr>
            <a:xfrm>
              <a:off x="0" y="-57150"/>
              <a:ext cx="1593715" cy="652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32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Fase 1</a:t>
              </a:r>
              <a:endParaRPr/>
            </a:p>
          </p:txBody>
        </p:sp>
        <p:sp>
          <p:nvSpPr>
            <p:cNvPr id="502" name="Google Shape;502;p17"/>
            <p:cNvSpPr txBox="1"/>
            <p:nvPr/>
          </p:nvSpPr>
          <p:spPr>
            <a:xfrm>
              <a:off x="2172479" y="-10909"/>
              <a:ext cx="4133847" cy="479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2000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53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4 AGOSTO - 7 SEPTIEMBRE</a:t>
              </a:r>
              <a:endParaRPr/>
            </a:p>
          </p:txBody>
        </p:sp>
      </p:grpSp>
      <p:grpSp>
        <p:nvGrpSpPr>
          <p:cNvPr id="503" name="Google Shape;503;p17"/>
          <p:cNvGrpSpPr/>
          <p:nvPr/>
        </p:nvGrpSpPr>
        <p:grpSpPr>
          <a:xfrm>
            <a:off x="1980813" y="6419885"/>
            <a:ext cx="5050274" cy="489614"/>
            <a:chOff x="0" y="-57150"/>
            <a:chExt cx="6733699" cy="652817"/>
          </a:xfrm>
        </p:grpSpPr>
        <p:sp>
          <p:nvSpPr>
            <p:cNvPr id="504" name="Google Shape;504;p17"/>
            <p:cNvSpPr txBox="1"/>
            <p:nvPr/>
          </p:nvSpPr>
          <p:spPr>
            <a:xfrm>
              <a:off x="0" y="-57150"/>
              <a:ext cx="1593715" cy="652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32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Fase 3</a:t>
              </a:r>
              <a:endParaRPr/>
            </a:p>
          </p:txBody>
        </p:sp>
        <p:sp>
          <p:nvSpPr>
            <p:cNvPr id="505" name="Google Shape;505;p17"/>
            <p:cNvSpPr txBox="1"/>
            <p:nvPr/>
          </p:nvSpPr>
          <p:spPr>
            <a:xfrm>
              <a:off x="2172479" y="-10909"/>
              <a:ext cx="4561220" cy="479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2000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53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20 NOVIEMBRE - 9 DICIEMBRE</a:t>
              </a:r>
              <a:endParaRPr/>
            </a:p>
          </p:txBody>
        </p:sp>
      </p:grpSp>
      <p:grpSp>
        <p:nvGrpSpPr>
          <p:cNvPr id="506" name="Google Shape;506;p17"/>
          <p:cNvGrpSpPr/>
          <p:nvPr/>
        </p:nvGrpSpPr>
        <p:grpSpPr>
          <a:xfrm>
            <a:off x="9619929" y="2579091"/>
            <a:ext cx="6628286" cy="3151802"/>
            <a:chOff x="0" y="0"/>
            <a:chExt cx="1867496" cy="888009"/>
          </a:xfrm>
        </p:grpSpPr>
        <p:sp>
          <p:nvSpPr>
            <p:cNvPr id="507" name="Google Shape;507;p17"/>
            <p:cNvSpPr/>
            <p:nvPr/>
          </p:nvSpPr>
          <p:spPr>
            <a:xfrm>
              <a:off x="0" y="0"/>
              <a:ext cx="1867496" cy="888009"/>
            </a:xfrm>
            <a:custGeom>
              <a:rect b="b" l="l" r="r" t="t"/>
              <a:pathLst>
                <a:path extrusionOk="0" h="888009" w="1867496">
                  <a:moveTo>
                    <a:pt x="23360" y="0"/>
                  </a:moveTo>
                  <a:lnTo>
                    <a:pt x="1844136" y="0"/>
                  </a:lnTo>
                  <a:cubicBezTo>
                    <a:pt x="1850331" y="0"/>
                    <a:pt x="1856273" y="2461"/>
                    <a:pt x="1860654" y="6842"/>
                  </a:cubicBezTo>
                  <a:cubicBezTo>
                    <a:pt x="1865035" y="11223"/>
                    <a:pt x="1867496" y="17165"/>
                    <a:pt x="1867496" y="23360"/>
                  </a:cubicBezTo>
                  <a:lnTo>
                    <a:pt x="1867496" y="864649"/>
                  </a:lnTo>
                  <a:cubicBezTo>
                    <a:pt x="1867496" y="877550"/>
                    <a:pt x="1857037" y="888009"/>
                    <a:pt x="1844136" y="888009"/>
                  </a:cubicBezTo>
                  <a:lnTo>
                    <a:pt x="23360" y="888009"/>
                  </a:lnTo>
                  <a:cubicBezTo>
                    <a:pt x="17165" y="888009"/>
                    <a:pt x="11223" y="885548"/>
                    <a:pt x="6842" y="881167"/>
                  </a:cubicBezTo>
                  <a:cubicBezTo>
                    <a:pt x="2461" y="876786"/>
                    <a:pt x="0" y="870844"/>
                    <a:pt x="0" y="864649"/>
                  </a:cubicBezTo>
                  <a:lnTo>
                    <a:pt x="0" y="23360"/>
                  </a:lnTo>
                  <a:cubicBezTo>
                    <a:pt x="0" y="10459"/>
                    <a:pt x="10459" y="0"/>
                    <a:pt x="23360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7"/>
            <p:cNvSpPr txBox="1"/>
            <p:nvPr/>
          </p:nvSpPr>
          <p:spPr>
            <a:xfrm>
              <a:off x="0" y="0"/>
              <a:ext cx="1867496" cy="888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475" lIns="47475" spcFirstLastPara="1" rIns="47475" wrap="square" tIns="474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9" name="Google Shape;509;p17"/>
          <p:cNvSpPr txBox="1"/>
          <p:nvPr/>
        </p:nvSpPr>
        <p:spPr>
          <a:xfrm>
            <a:off x="10283753" y="3145251"/>
            <a:ext cx="5300638" cy="2145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MÓDULO DE AUTENTICACIÓN.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GENERACIÓN DE ARCHIVOS DIGITALIZADOS.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CRUD DE LAS GESTIONES PRINCIPALES.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ADECUACIÓN DE FILTROS.</a:t>
            </a:r>
            <a:endParaRPr/>
          </a:p>
          <a:p>
            <a:pPr indent="-189323" lvl="1" marL="378645" marR="0" rtl="0" algn="just">
              <a:lnSpc>
                <a:spcPct val="2000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Open Sans"/>
              <a:buAutoNum type="arabicPeriod"/>
            </a:pPr>
            <a:r>
              <a:rPr b="1" i="0" lang="en-US" sz="17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PERFILES, PERMISOS, FIRMA ELECTRÓNICA.</a:t>
            </a:r>
            <a:endParaRPr/>
          </a:p>
        </p:txBody>
      </p:sp>
      <p:grpSp>
        <p:nvGrpSpPr>
          <p:cNvPr id="510" name="Google Shape;510;p17"/>
          <p:cNvGrpSpPr/>
          <p:nvPr/>
        </p:nvGrpSpPr>
        <p:grpSpPr>
          <a:xfrm>
            <a:off x="10534116" y="2579437"/>
            <a:ext cx="5050274" cy="489614"/>
            <a:chOff x="0" y="-57150"/>
            <a:chExt cx="6733699" cy="652817"/>
          </a:xfrm>
        </p:grpSpPr>
        <p:sp>
          <p:nvSpPr>
            <p:cNvPr id="511" name="Google Shape;511;p17"/>
            <p:cNvSpPr txBox="1"/>
            <p:nvPr/>
          </p:nvSpPr>
          <p:spPr>
            <a:xfrm>
              <a:off x="0" y="-57150"/>
              <a:ext cx="1593715" cy="652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32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Fase 2</a:t>
              </a:r>
              <a:endParaRPr/>
            </a:p>
          </p:txBody>
        </p:sp>
        <p:sp>
          <p:nvSpPr>
            <p:cNvPr id="512" name="Google Shape;512;p17"/>
            <p:cNvSpPr txBox="1"/>
            <p:nvPr/>
          </p:nvSpPr>
          <p:spPr>
            <a:xfrm>
              <a:off x="2172479" y="-10909"/>
              <a:ext cx="4561220" cy="4799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2000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53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8 SEPTIEMBRE - 19 NOVIEMBRE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8"/>
          <p:cNvSpPr/>
          <p:nvPr/>
        </p:nvSpPr>
        <p:spPr>
          <a:xfrm rot="10399873">
            <a:off x="-2360410" y="-1037504"/>
            <a:ext cx="21189973" cy="7166188"/>
          </a:xfrm>
          <a:custGeom>
            <a:rect b="b" l="l" r="r" t="t"/>
            <a:pathLst>
              <a:path extrusionOk="0" h="7166188" w="21189973">
                <a:moveTo>
                  <a:pt x="0" y="0"/>
                </a:moveTo>
                <a:lnTo>
                  <a:pt x="21189974" y="0"/>
                </a:lnTo>
                <a:lnTo>
                  <a:pt x="21189974" y="7166188"/>
                </a:lnTo>
                <a:lnTo>
                  <a:pt x="0" y="7166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8" name="Google Shape;518;p18"/>
          <p:cNvGrpSpPr/>
          <p:nvPr/>
        </p:nvGrpSpPr>
        <p:grpSpPr>
          <a:xfrm>
            <a:off x="-314780" y="805923"/>
            <a:ext cx="5561006" cy="792054"/>
            <a:chOff x="0" y="0"/>
            <a:chExt cx="1464627" cy="208607"/>
          </a:xfrm>
        </p:grpSpPr>
        <p:sp>
          <p:nvSpPr>
            <p:cNvPr id="519" name="Google Shape;519;p18"/>
            <p:cNvSpPr/>
            <p:nvPr/>
          </p:nvSpPr>
          <p:spPr>
            <a:xfrm>
              <a:off x="0" y="0"/>
              <a:ext cx="1464627" cy="208607"/>
            </a:xfrm>
            <a:custGeom>
              <a:rect b="b" l="l" r="r" t="t"/>
              <a:pathLst>
                <a:path extrusionOk="0"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520" name="Google Shape;520;p18"/>
            <p:cNvSpPr txBox="1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1" name="Google Shape;521;p18"/>
          <p:cNvGrpSpPr/>
          <p:nvPr/>
        </p:nvGrpSpPr>
        <p:grpSpPr>
          <a:xfrm>
            <a:off x="4873363" y="456016"/>
            <a:ext cx="1491866" cy="1491866"/>
            <a:chOff x="0" y="0"/>
            <a:chExt cx="812800" cy="812800"/>
          </a:xfrm>
        </p:grpSpPr>
        <p:sp>
          <p:nvSpPr>
            <p:cNvPr id="522" name="Google Shape;522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75" lIns="22875" spcFirstLastPara="1" rIns="22875" wrap="square" tIns="22875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" name="Google Shape;524;p18"/>
          <p:cNvSpPr/>
          <p:nvPr/>
        </p:nvSpPr>
        <p:spPr>
          <a:xfrm>
            <a:off x="5062558" y="645211"/>
            <a:ext cx="1113476" cy="1113476"/>
          </a:xfrm>
          <a:custGeom>
            <a:rect b="b" l="l" r="r" t="t"/>
            <a:pathLst>
              <a:path extrusionOk="0" h="1113476" w="1113476">
                <a:moveTo>
                  <a:pt x="0" y="0"/>
                </a:moveTo>
                <a:lnTo>
                  <a:pt x="1113476" y="0"/>
                </a:lnTo>
                <a:lnTo>
                  <a:pt x="1113476" y="1113477"/>
                </a:lnTo>
                <a:lnTo>
                  <a:pt x="0" y="1113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5" name="Google Shape;525;p18"/>
          <p:cNvSpPr/>
          <p:nvPr/>
        </p:nvSpPr>
        <p:spPr>
          <a:xfrm>
            <a:off x="897956" y="2108942"/>
            <a:ext cx="15170615" cy="7656341"/>
          </a:xfrm>
          <a:custGeom>
            <a:rect b="b" l="l" r="r" t="t"/>
            <a:pathLst>
              <a:path extrusionOk="0" h="7656341" w="15170615">
                <a:moveTo>
                  <a:pt x="0" y="0"/>
                </a:moveTo>
                <a:lnTo>
                  <a:pt x="15170616" y="0"/>
                </a:lnTo>
                <a:lnTo>
                  <a:pt x="15170616" y="7656340"/>
                </a:lnTo>
                <a:lnTo>
                  <a:pt x="0" y="7656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91" r="-90" t="0"/>
            </a:stretch>
          </a:blipFill>
          <a:ln>
            <a:noFill/>
          </a:ln>
        </p:spPr>
      </p:sp>
      <p:sp>
        <p:nvSpPr>
          <p:cNvPr id="526" name="Google Shape;526;p18"/>
          <p:cNvSpPr/>
          <p:nvPr/>
        </p:nvSpPr>
        <p:spPr>
          <a:xfrm>
            <a:off x="13802578" y="7997957"/>
            <a:ext cx="1202107" cy="939146"/>
          </a:xfrm>
          <a:custGeom>
            <a:rect b="b" l="l" r="r" t="t"/>
            <a:pathLst>
              <a:path extrusionOk="0" h="939146" w="1202107">
                <a:moveTo>
                  <a:pt x="0" y="0"/>
                </a:moveTo>
                <a:lnTo>
                  <a:pt x="1202107" y="0"/>
                </a:lnTo>
                <a:lnTo>
                  <a:pt x="1202107" y="939145"/>
                </a:lnTo>
                <a:lnTo>
                  <a:pt x="0" y="939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7" name="Google Shape;527;p18"/>
          <p:cNvSpPr txBox="1"/>
          <p:nvPr/>
        </p:nvSpPr>
        <p:spPr>
          <a:xfrm>
            <a:off x="237989" y="701148"/>
            <a:ext cx="4455468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Demostración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" name="Google Shape;532;p19"/>
          <p:cNvGrpSpPr/>
          <p:nvPr/>
        </p:nvGrpSpPr>
        <p:grpSpPr>
          <a:xfrm>
            <a:off x="-383475" y="536038"/>
            <a:ext cx="5787097" cy="985325"/>
            <a:chOff x="0" y="0"/>
            <a:chExt cx="1524174" cy="259509"/>
          </a:xfrm>
        </p:grpSpPr>
        <p:sp>
          <p:nvSpPr>
            <p:cNvPr id="533" name="Google Shape;533;p19"/>
            <p:cNvSpPr/>
            <p:nvPr/>
          </p:nvSpPr>
          <p:spPr>
            <a:xfrm>
              <a:off x="0" y="0"/>
              <a:ext cx="1524174" cy="259509"/>
            </a:xfrm>
            <a:custGeom>
              <a:rect b="b" l="l" r="r" t="t"/>
              <a:pathLst>
                <a:path extrusionOk="0"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534" name="Google Shape;534;p19"/>
            <p:cNvSpPr txBox="1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5" name="Google Shape;535;p19"/>
          <p:cNvSpPr/>
          <p:nvPr/>
        </p:nvSpPr>
        <p:spPr>
          <a:xfrm flipH="1" rot="-1302285">
            <a:off x="-816038" y="2455256"/>
            <a:ext cx="23068060" cy="7425503"/>
          </a:xfrm>
          <a:custGeom>
            <a:rect b="b" l="l" r="r" t="t"/>
            <a:pathLst>
              <a:path extrusionOk="0" h="7425503" w="23068060">
                <a:moveTo>
                  <a:pt x="0" y="7425503"/>
                </a:moveTo>
                <a:lnTo>
                  <a:pt x="23068060" y="7425503"/>
                </a:lnTo>
                <a:lnTo>
                  <a:pt x="23068060" y="0"/>
                </a:lnTo>
                <a:lnTo>
                  <a:pt x="0" y="0"/>
                </a:lnTo>
                <a:lnTo>
                  <a:pt x="0" y="7425503"/>
                </a:lnTo>
                <a:close/>
              </a:path>
            </a:pathLst>
          </a:custGeom>
          <a:blipFill rotWithShape="1">
            <a:blip r:embed="rId3">
              <a:alphaModFix amt="41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36" name="Google Shape;536;p19"/>
          <p:cNvGrpSpPr/>
          <p:nvPr/>
        </p:nvGrpSpPr>
        <p:grpSpPr>
          <a:xfrm>
            <a:off x="4904252" y="265104"/>
            <a:ext cx="1527191" cy="1527191"/>
            <a:chOff x="0" y="0"/>
            <a:chExt cx="812800" cy="812800"/>
          </a:xfrm>
        </p:grpSpPr>
        <p:sp>
          <p:nvSpPr>
            <p:cNvPr id="537" name="Google Shape;537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9" name="Google Shape;539;p19"/>
          <p:cNvSpPr/>
          <p:nvPr/>
        </p:nvSpPr>
        <p:spPr>
          <a:xfrm>
            <a:off x="5320391" y="526958"/>
            <a:ext cx="694913" cy="1003485"/>
          </a:xfrm>
          <a:custGeom>
            <a:rect b="b" l="l" r="r" t="t"/>
            <a:pathLst>
              <a:path extrusionOk="0" h="1003485" w="694913">
                <a:moveTo>
                  <a:pt x="0" y="0"/>
                </a:moveTo>
                <a:lnTo>
                  <a:pt x="694913" y="0"/>
                </a:lnTo>
                <a:lnTo>
                  <a:pt x="694913" y="1003484"/>
                </a:lnTo>
                <a:lnTo>
                  <a:pt x="0" y="1003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0" name="Google Shape;540;p19"/>
          <p:cNvSpPr/>
          <p:nvPr/>
        </p:nvSpPr>
        <p:spPr>
          <a:xfrm>
            <a:off x="736325" y="3822456"/>
            <a:ext cx="4584065" cy="2455936"/>
          </a:xfrm>
          <a:custGeom>
            <a:rect b="b" l="l" r="r" t="t"/>
            <a:pathLst>
              <a:path extrusionOk="0" h="2455936" w="4584065">
                <a:moveTo>
                  <a:pt x="0" y="0"/>
                </a:moveTo>
                <a:lnTo>
                  <a:pt x="4584066" y="0"/>
                </a:lnTo>
                <a:lnTo>
                  <a:pt x="4584066" y="2455936"/>
                </a:lnTo>
                <a:lnTo>
                  <a:pt x="0" y="2455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187" l="-6963" r="0" t="-12592"/>
            </a:stretch>
          </a:blipFill>
          <a:ln>
            <a:noFill/>
          </a:ln>
        </p:spPr>
      </p:sp>
      <p:sp>
        <p:nvSpPr>
          <p:cNvPr id="541" name="Google Shape;541;p19"/>
          <p:cNvSpPr/>
          <p:nvPr/>
        </p:nvSpPr>
        <p:spPr>
          <a:xfrm>
            <a:off x="13349956" y="700013"/>
            <a:ext cx="4132763" cy="3122443"/>
          </a:xfrm>
          <a:custGeom>
            <a:rect b="b" l="l" r="r" t="t"/>
            <a:pathLst>
              <a:path extrusionOk="0" h="3122443" w="4132763">
                <a:moveTo>
                  <a:pt x="0" y="0"/>
                </a:moveTo>
                <a:lnTo>
                  <a:pt x="4132763" y="0"/>
                </a:lnTo>
                <a:lnTo>
                  <a:pt x="4132763" y="3122443"/>
                </a:lnTo>
                <a:lnTo>
                  <a:pt x="0" y="3122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-32353"/>
            </a:stretch>
          </a:blipFill>
          <a:ln>
            <a:noFill/>
          </a:ln>
        </p:spPr>
      </p:sp>
      <p:sp>
        <p:nvSpPr>
          <p:cNvPr id="542" name="Google Shape;542;p19"/>
          <p:cNvSpPr/>
          <p:nvPr/>
        </p:nvSpPr>
        <p:spPr>
          <a:xfrm>
            <a:off x="10551446" y="4014721"/>
            <a:ext cx="7605323" cy="6098801"/>
          </a:xfrm>
          <a:custGeom>
            <a:rect b="b" l="l" r="r" t="t"/>
            <a:pathLst>
              <a:path extrusionOk="0" h="6098801" w="7605323">
                <a:moveTo>
                  <a:pt x="0" y="0"/>
                </a:moveTo>
                <a:lnTo>
                  <a:pt x="7605323" y="0"/>
                </a:lnTo>
                <a:lnTo>
                  <a:pt x="7605323" y="6098800"/>
                </a:lnTo>
                <a:lnTo>
                  <a:pt x="0" y="6098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4980" t="0"/>
            </a:stretch>
          </a:blipFill>
          <a:ln>
            <a:noFill/>
          </a:ln>
        </p:spPr>
      </p:sp>
      <p:grpSp>
        <p:nvGrpSpPr>
          <p:cNvPr id="543" name="Google Shape;543;p19"/>
          <p:cNvGrpSpPr/>
          <p:nvPr/>
        </p:nvGrpSpPr>
        <p:grpSpPr>
          <a:xfrm>
            <a:off x="5667847" y="1941404"/>
            <a:ext cx="6966784" cy="6713702"/>
            <a:chOff x="0" y="0"/>
            <a:chExt cx="1382263" cy="1332050"/>
          </a:xfrm>
        </p:grpSpPr>
        <p:sp>
          <p:nvSpPr>
            <p:cNvPr id="544" name="Google Shape;544;p19"/>
            <p:cNvSpPr/>
            <p:nvPr/>
          </p:nvSpPr>
          <p:spPr>
            <a:xfrm>
              <a:off x="0" y="0"/>
              <a:ext cx="1382263" cy="1332050"/>
            </a:xfrm>
            <a:custGeom>
              <a:rect b="b" l="l" r="r" t="t"/>
              <a:pathLst>
                <a:path extrusionOk="0" h="1332050" w="1382263">
                  <a:moveTo>
                    <a:pt x="56674" y="0"/>
                  </a:moveTo>
                  <a:lnTo>
                    <a:pt x="1325588" y="0"/>
                  </a:lnTo>
                  <a:cubicBezTo>
                    <a:pt x="1356889" y="0"/>
                    <a:pt x="1382263" y="25374"/>
                    <a:pt x="1382263" y="56674"/>
                  </a:cubicBezTo>
                  <a:lnTo>
                    <a:pt x="1382263" y="1275375"/>
                  </a:lnTo>
                  <a:cubicBezTo>
                    <a:pt x="1382263" y="1306676"/>
                    <a:pt x="1356889" y="1332050"/>
                    <a:pt x="1325588" y="1332050"/>
                  </a:cubicBezTo>
                  <a:lnTo>
                    <a:pt x="56674" y="1332050"/>
                  </a:lnTo>
                  <a:cubicBezTo>
                    <a:pt x="25374" y="1332050"/>
                    <a:pt x="0" y="1306676"/>
                    <a:pt x="0" y="1275375"/>
                  </a:cubicBezTo>
                  <a:lnTo>
                    <a:pt x="0" y="56674"/>
                  </a:lnTo>
                  <a:cubicBezTo>
                    <a:pt x="0" y="25374"/>
                    <a:pt x="25374" y="0"/>
                    <a:pt x="56674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9"/>
            <p:cNvSpPr txBox="1"/>
            <p:nvPr/>
          </p:nvSpPr>
          <p:spPr>
            <a:xfrm>
              <a:off x="0" y="0"/>
              <a:ext cx="1382263" cy="1332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6" name="Google Shape;546;p19"/>
          <p:cNvSpPr txBox="1"/>
          <p:nvPr/>
        </p:nvSpPr>
        <p:spPr>
          <a:xfrm>
            <a:off x="6003158" y="2013309"/>
            <a:ext cx="6631473" cy="6006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4F8FF"/>
                </a:solidFill>
                <a:latin typeface="Open Sans"/>
                <a:ea typeface="Open Sans"/>
                <a:cs typeface="Open Sans"/>
                <a:sym typeface="Open Sans"/>
              </a:rPr>
              <a:t>Transformación Estratégica.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50" u="none" cap="none" strike="noStrike">
              <a:solidFill>
                <a:srgbClr val="F4F8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4F8FF"/>
                </a:solidFill>
                <a:latin typeface="Open Sans"/>
                <a:ea typeface="Open Sans"/>
                <a:cs typeface="Open Sans"/>
                <a:sym typeface="Open Sans"/>
              </a:rPr>
              <a:t>Digitalización Total.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50" u="none" cap="none" strike="noStrike">
              <a:solidFill>
                <a:srgbClr val="F4F8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4F8FF"/>
                </a:solidFill>
                <a:latin typeface="Open Sans"/>
                <a:ea typeface="Open Sans"/>
                <a:cs typeface="Open Sans"/>
                <a:sym typeface="Open Sans"/>
              </a:rPr>
              <a:t>Cumplimiento Legal.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50" u="none" cap="none" strike="noStrike">
              <a:solidFill>
                <a:srgbClr val="F4F8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4F8FF"/>
                </a:solidFill>
                <a:latin typeface="Open Sans"/>
                <a:ea typeface="Open Sans"/>
                <a:cs typeface="Open Sans"/>
                <a:sym typeface="Open Sans"/>
              </a:rPr>
              <a:t>Agilidad Operacional.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50" u="none" cap="none" strike="noStrike">
              <a:solidFill>
                <a:srgbClr val="F4F8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4F8FF"/>
                </a:solidFill>
                <a:latin typeface="Open Sans"/>
                <a:ea typeface="Open Sans"/>
                <a:cs typeface="Open Sans"/>
                <a:sym typeface="Open Sans"/>
              </a:rPr>
              <a:t>Transparencia Consolidada.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50" u="none" cap="none" strike="noStrike">
              <a:solidFill>
                <a:srgbClr val="F4F8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4F8FF"/>
                </a:solidFill>
                <a:latin typeface="Open Sans"/>
                <a:ea typeface="Open Sans"/>
                <a:cs typeface="Open Sans"/>
                <a:sym typeface="Open Sans"/>
              </a:rPr>
              <a:t>Ecosistema Moderno.</a:t>
            </a:r>
            <a:endParaRPr/>
          </a:p>
        </p:txBody>
      </p:sp>
      <p:sp>
        <p:nvSpPr>
          <p:cNvPr id="547" name="Google Shape;547;p19"/>
          <p:cNvSpPr txBox="1"/>
          <p:nvPr/>
        </p:nvSpPr>
        <p:spPr>
          <a:xfrm>
            <a:off x="1508925" y="431263"/>
            <a:ext cx="2165687" cy="961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Cierre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0"/>
          <p:cNvSpPr/>
          <p:nvPr/>
        </p:nvSpPr>
        <p:spPr>
          <a:xfrm flipH="1" rot="-1302285">
            <a:off x="-816038" y="2455256"/>
            <a:ext cx="23068060" cy="7425503"/>
          </a:xfrm>
          <a:custGeom>
            <a:rect b="b" l="l" r="r" t="t"/>
            <a:pathLst>
              <a:path extrusionOk="0" h="7425503" w="23068060">
                <a:moveTo>
                  <a:pt x="0" y="7425503"/>
                </a:moveTo>
                <a:lnTo>
                  <a:pt x="23068060" y="7425503"/>
                </a:lnTo>
                <a:lnTo>
                  <a:pt x="23068060" y="0"/>
                </a:lnTo>
                <a:lnTo>
                  <a:pt x="0" y="0"/>
                </a:lnTo>
                <a:lnTo>
                  <a:pt x="0" y="7425503"/>
                </a:lnTo>
                <a:close/>
              </a:path>
            </a:pathLst>
          </a:custGeom>
          <a:blipFill rotWithShape="1">
            <a:blip r:embed="rId3">
              <a:alphaModFix amt="41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53" name="Google Shape;553;p20"/>
          <p:cNvGrpSpPr/>
          <p:nvPr/>
        </p:nvGrpSpPr>
        <p:grpSpPr>
          <a:xfrm>
            <a:off x="-383475" y="536038"/>
            <a:ext cx="5787097" cy="985325"/>
            <a:chOff x="0" y="0"/>
            <a:chExt cx="1524174" cy="259509"/>
          </a:xfrm>
        </p:grpSpPr>
        <p:sp>
          <p:nvSpPr>
            <p:cNvPr id="554" name="Google Shape;554;p20"/>
            <p:cNvSpPr/>
            <p:nvPr/>
          </p:nvSpPr>
          <p:spPr>
            <a:xfrm>
              <a:off x="0" y="0"/>
              <a:ext cx="1524174" cy="259509"/>
            </a:xfrm>
            <a:custGeom>
              <a:rect b="b" l="l" r="r" t="t"/>
              <a:pathLst>
                <a:path extrusionOk="0"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555" name="Google Shape;555;p20"/>
            <p:cNvSpPr txBox="1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6" name="Google Shape;556;p20"/>
          <p:cNvGrpSpPr/>
          <p:nvPr/>
        </p:nvGrpSpPr>
        <p:grpSpPr>
          <a:xfrm>
            <a:off x="4904252" y="265104"/>
            <a:ext cx="1527191" cy="1527191"/>
            <a:chOff x="0" y="0"/>
            <a:chExt cx="812800" cy="812800"/>
          </a:xfrm>
        </p:grpSpPr>
        <p:sp>
          <p:nvSpPr>
            <p:cNvPr id="557" name="Google Shape;557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9" name="Google Shape;559;p20"/>
          <p:cNvSpPr/>
          <p:nvPr/>
        </p:nvSpPr>
        <p:spPr>
          <a:xfrm>
            <a:off x="5320391" y="526958"/>
            <a:ext cx="694913" cy="1003485"/>
          </a:xfrm>
          <a:custGeom>
            <a:rect b="b" l="l" r="r" t="t"/>
            <a:pathLst>
              <a:path extrusionOk="0" h="1003485" w="694913">
                <a:moveTo>
                  <a:pt x="0" y="0"/>
                </a:moveTo>
                <a:lnTo>
                  <a:pt x="694913" y="0"/>
                </a:lnTo>
                <a:lnTo>
                  <a:pt x="694913" y="1003484"/>
                </a:lnTo>
                <a:lnTo>
                  <a:pt x="0" y="1003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60" name="Google Shape;560;p20"/>
          <p:cNvGrpSpPr/>
          <p:nvPr/>
        </p:nvGrpSpPr>
        <p:grpSpPr>
          <a:xfrm>
            <a:off x="5660608" y="2275699"/>
            <a:ext cx="6966784" cy="3449232"/>
            <a:chOff x="0" y="0"/>
            <a:chExt cx="1382263" cy="684354"/>
          </a:xfrm>
        </p:grpSpPr>
        <p:sp>
          <p:nvSpPr>
            <p:cNvPr id="561" name="Google Shape;561;p20"/>
            <p:cNvSpPr/>
            <p:nvPr/>
          </p:nvSpPr>
          <p:spPr>
            <a:xfrm>
              <a:off x="0" y="0"/>
              <a:ext cx="1382263" cy="684354"/>
            </a:xfrm>
            <a:custGeom>
              <a:rect b="b" l="l" r="r" t="t"/>
              <a:pathLst>
                <a:path extrusionOk="0" h="684354" w="1382263">
                  <a:moveTo>
                    <a:pt x="56674" y="0"/>
                  </a:moveTo>
                  <a:lnTo>
                    <a:pt x="1325588" y="0"/>
                  </a:lnTo>
                  <a:cubicBezTo>
                    <a:pt x="1356889" y="0"/>
                    <a:pt x="1382263" y="25374"/>
                    <a:pt x="1382263" y="56674"/>
                  </a:cubicBezTo>
                  <a:lnTo>
                    <a:pt x="1382263" y="627679"/>
                  </a:lnTo>
                  <a:cubicBezTo>
                    <a:pt x="1382263" y="658980"/>
                    <a:pt x="1356889" y="684354"/>
                    <a:pt x="1325588" y="684354"/>
                  </a:cubicBezTo>
                  <a:lnTo>
                    <a:pt x="56674" y="684354"/>
                  </a:lnTo>
                  <a:cubicBezTo>
                    <a:pt x="25374" y="684354"/>
                    <a:pt x="0" y="658980"/>
                    <a:pt x="0" y="627679"/>
                  </a:cubicBezTo>
                  <a:lnTo>
                    <a:pt x="0" y="56674"/>
                  </a:lnTo>
                  <a:cubicBezTo>
                    <a:pt x="0" y="25374"/>
                    <a:pt x="25374" y="0"/>
                    <a:pt x="56674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0"/>
            <p:cNvSpPr txBox="1"/>
            <p:nvPr/>
          </p:nvSpPr>
          <p:spPr>
            <a:xfrm>
              <a:off x="0" y="0"/>
              <a:ext cx="1382263" cy="6843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3" name="Google Shape;563;p20"/>
          <p:cNvSpPr txBox="1"/>
          <p:nvPr/>
        </p:nvSpPr>
        <p:spPr>
          <a:xfrm>
            <a:off x="6829361" y="3685361"/>
            <a:ext cx="4629279" cy="572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5" u="none" cap="none" strike="noStrike">
                <a:solidFill>
                  <a:srgbClr val="F4F8FF"/>
                </a:solidFill>
                <a:latin typeface="Open Sans"/>
                <a:ea typeface="Open Sans"/>
                <a:cs typeface="Open Sans"/>
                <a:sym typeface="Open Sans"/>
              </a:rPr>
              <a:t>Esto y mucho más es </a:t>
            </a:r>
            <a:endParaRPr/>
          </a:p>
        </p:txBody>
      </p:sp>
      <p:sp>
        <p:nvSpPr>
          <p:cNvPr id="564" name="Google Shape;564;p20"/>
          <p:cNvSpPr txBox="1"/>
          <p:nvPr/>
        </p:nvSpPr>
        <p:spPr>
          <a:xfrm>
            <a:off x="1508925" y="440788"/>
            <a:ext cx="2002296" cy="887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Cierre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1"/>
          <p:cNvSpPr/>
          <p:nvPr/>
        </p:nvSpPr>
        <p:spPr>
          <a:xfrm flipH="1" rot="-1302285">
            <a:off x="-816038" y="2455256"/>
            <a:ext cx="23068060" cy="7425503"/>
          </a:xfrm>
          <a:custGeom>
            <a:rect b="b" l="l" r="r" t="t"/>
            <a:pathLst>
              <a:path extrusionOk="0" h="7425503" w="23068060">
                <a:moveTo>
                  <a:pt x="0" y="7425503"/>
                </a:moveTo>
                <a:lnTo>
                  <a:pt x="23068060" y="7425503"/>
                </a:lnTo>
                <a:lnTo>
                  <a:pt x="23068060" y="0"/>
                </a:lnTo>
                <a:lnTo>
                  <a:pt x="0" y="0"/>
                </a:lnTo>
                <a:lnTo>
                  <a:pt x="0" y="7425503"/>
                </a:lnTo>
                <a:close/>
              </a:path>
            </a:pathLst>
          </a:custGeom>
          <a:blipFill rotWithShape="1">
            <a:blip r:embed="rId3">
              <a:alphaModFix amt="41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70" name="Google Shape;570;p21"/>
          <p:cNvGrpSpPr/>
          <p:nvPr/>
        </p:nvGrpSpPr>
        <p:grpSpPr>
          <a:xfrm>
            <a:off x="-383475" y="536038"/>
            <a:ext cx="5787097" cy="985325"/>
            <a:chOff x="0" y="0"/>
            <a:chExt cx="1524174" cy="259509"/>
          </a:xfrm>
        </p:grpSpPr>
        <p:sp>
          <p:nvSpPr>
            <p:cNvPr id="571" name="Google Shape;571;p21"/>
            <p:cNvSpPr/>
            <p:nvPr/>
          </p:nvSpPr>
          <p:spPr>
            <a:xfrm>
              <a:off x="0" y="0"/>
              <a:ext cx="1524174" cy="259509"/>
            </a:xfrm>
            <a:custGeom>
              <a:rect b="b" l="l" r="r" t="t"/>
              <a:pathLst>
                <a:path extrusionOk="0"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</p:sp>
        <p:sp>
          <p:nvSpPr>
            <p:cNvPr id="572" name="Google Shape;572;p21"/>
            <p:cNvSpPr txBox="1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3" name="Google Shape;573;p21"/>
          <p:cNvSpPr txBox="1"/>
          <p:nvPr/>
        </p:nvSpPr>
        <p:spPr>
          <a:xfrm>
            <a:off x="1508925" y="440788"/>
            <a:ext cx="2002296" cy="887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Cierre</a:t>
            </a:r>
            <a:endParaRPr/>
          </a:p>
        </p:txBody>
      </p:sp>
      <p:grpSp>
        <p:nvGrpSpPr>
          <p:cNvPr id="574" name="Google Shape;574;p21"/>
          <p:cNvGrpSpPr/>
          <p:nvPr/>
        </p:nvGrpSpPr>
        <p:grpSpPr>
          <a:xfrm>
            <a:off x="4904252" y="265104"/>
            <a:ext cx="1527191" cy="1527191"/>
            <a:chOff x="0" y="0"/>
            <a:chExt cx="812800" cy="812800"/>
          </a:xfrm>
        </p:grpSpPr>
        <p:sp>
          <p:nvSpPr>
            <p:cNvPr id="575" name="Google Shape;575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1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7" name="Google Shape;577;p21"/>
          <p:cNvSpPr/>
          <p:nvPr/>
        </p:nvSpPr>
        <p:spPr>
          <a:xfrm>
            <a:off x="5320391" y="526958"/>
            <a:ext cx="694913" cy="1003485"/>
          </a:xfrm>
          <a:custGeom>
            <a:rect b="b" l="l" r="r" t="t"/>
            <a:pathLst>
              <a:path extrusionOk="0" h="1003485" w="694913">
                <a:moveTo>
                  <a:pt x="0" y="0"/>
                </a:moveTo>
                <a:lnTo>
                  <a:pt x="694913" y="0"/>
                </a:lnTo>
                <a:lnTo>
                  <a:pt x="694913" y="1003484"/>
                </a:lnTo>
                <a:lnTo>
                  <a:pt x="0" y="1003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8" name="Google Shape;578;p21"/>
          <p:cNvSpPr/>
          <p:nvPr/>
        </p:nvSpPr>
        <p:spPr>
          <a:xfrm>
            <a:off x="549661" y="7734984"/>
            <a:ext cx="5115025" cy="1276481"/>
          </a:xfrm>
          <a:custGeom>
            <a:rect b="b" l="l" r="r" t="t"/>
            <a:pathLst>
              <a:path extrusionOk="0" h="1276481" w="5115025">
                <a:moveTo>
                  <a:pt x="0" y="0"/>
                </a:moveTo>
                <a:lnTo>
                  <a:pt x="5115026" y="0"/>
                </a:lnTo>
                <a:lnTo>
                  <a:pt x="5115026" y="1276482"/>
                </a:lnTo>
                <a:lnTo>
                  <a:pt x="0" y="1276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-41671"/>
            </a:stretch>
          </a:blipFill>
          <a:ln>
            <a:noFill/>
          </a:ln>
        </p:spPr>
      </p:sp>
      <p:sp>
        <p:nvSpPr>
          <p:cNvPr id="579" name="Google Shape;579;p21"/>
          <p:cNvSpPr/>
          <p:nvPr/>
        </p:nvSpPr>
        <p:spPr>
          <a:xfrm>
            <a:off x="14616647" y="7734984"/>
            <a:ext cx="3133279" cy="1954844"/>
          </a:xfrm>
          <a:custGeom>
            <a:rect b="b" l="l" r="r" t="t"/>
            <a:pathLst>
              <a:path extrusionOk="0" h="1954844" w="3133279">
                <a:moveTo>
                  <a:pt x="0" y="0"/>
                </a:moveTo>
                <a:lnTo>
                  <a:pt x="3133279" y="0"/>
                </a:lnTo>
                <a:lnTo>
                  <a:pt x="3133279" y="1954844"/>
                </a:lnTo>
                <a:lnTo>
                  <a:pt x="0" y="1954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6382" l="-50725" r="-31865" t="-40922"/>
            </a:stretch>
          </a:blipFill>
          <a:ln>
            <a:noFill/>
          </a:ln>
        </p:spPr>
      </p:sp>
      <p:grpSp>
        <p:nvGrpSpPr>
          <p:cNvPr id="580" name="Google Shape;580;p21"/>
          <p:cNvGrpSpPr/>
          <p:nvPr/>
        </p:nvGrpSpPr>
        <p:grpSpPr>
          <a:xfrm>
            <a:off x="5660608" y="2275699"/>
            <a:ext cx="6966784" cy="3449232"/>
            <a:chOff x="0" y="0"/>
            <a:chExt cx="1382263" cy="684354"/>
          </a:xfrm>
        </p:grpSpPr>
        <p:sp>
          <p:nvSpPr>
            <p:cNvPr id="581" name="Google Shape;581;p21"/>
            <p:cNvSpPr/>
            <p:nvPr/>
          </p:nvSpPr>
          <p:spPr>
            <a:xfrm>
              <a:off x="0" y="0"/>
              <a:ext cx="1382263" cy="684354"/>
            </a:xfrm>
            <a:custGeom>
              <a:rect b="b" l="l" r="r" t="t"/>
              <a:pathLst>
                <a:path extrusionOk="0" h="684354" w="1382263">
                  <a:moveTo>
                    <a:pt x="56674" y="0"/>
                  </a:moveTo>
                  <a:lnTo>
                    <a:pt x="1325588" y="0"/>
                  </a:lnTo>
                  <a:cubicBezTo>
                    <a:pt x="1356889" y="0"/>
                    <a:pt x="1382263" y="25374"/>
                    <a:pt x="1382263" y="56674"/>
                  </a:cubicBezTo>
                  <a:lnTo>
                    <a:pt x="1382263" y="627679"/>
                  </a:lnTo>
                  <a:cubicBezTo>
                    <a:pt x="1382263" y="658980"/>
                    <a:pt x="1356889" y="684354"/>
                    <a:pt x="1325588" y="684354"/>
                  </a:cubicBezTo>
                  <a:lnTo>
                    <a:pt x="56674" y="684354"/>
                  </a:lnTo>
                  <a:cubicBezTo>
                    <a:pt x="25374" y="684354"/>
                    <a:pt x="0" y="658980"/>
                    <a:pt x="0" y="627679"/>
                  </a:cubicBezTo>
                  <a:lnTo>
                    <a:pt x="0" y="56674"/>
                  </a:lnTo>
                  <a:cubicBezTo>
                    <a:pt x="0" y="25374"/>
                    <a:pt x="25374" y="0"/>
                    <a:pt x="56674" y="0"/>
                  </a:cubicBezTo>
                  <a:close/>
                </a:path>
              </a:pathLst>
            </a:custGeom>
            <a:solidFill>
              <a:srgbClr val="122A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1"/>
            <p:cNvSpPr txBox="1"/>
            <p:nvPr/>
          </p:nvSpPr>
          <p:spPr>
            <a:xfrm>
              <a:off x="0" y="0"/>
              <a:ext cx="1382263" cy="6843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3" name="Google Shape;583;p21"/>
          <p:cNvSpPr txBox="1"/>
          <p:nvPr/>
        </p:nvSpPr>
        <p:spPr>
          <a:xfrm>
            <a:off x="7012710" y="2641557"/>
            <a:ext cx="4195063" cy="533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4F8FF"/>
                </a:solidFill>
                <a:latin typeface="Open Sans"/>
                <a:ea typeface="Open Sans"/>
                <a:cs typeface="Open Sans"/>
                <a:sym typeface="Open Sans"/>
              </a:rPr>
              <a:t>Esto y mucho más es </a:t>
            </a:r>
            <a:endParaRPr/>
          </a:p>
        </p:txBody>
      </p:sp>
      <p:sp>
        <p:nvSpPr>
          <p:cNvPr id="584" name="Google Shape;584;p21"/>
          <p:cNvSpPr txBox="1"/>
          <p:nvPr/>
        </p:nvSpPr>
        <p:spPr>
          <a:xfrm>
            <a:off x="5883045" y="3821638"/>
            <a:ext cx="6454393" cy="103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3" u="none" cap="none" strike="noStrike">
                <a:solidFill>
                  <a:srgbClr val="FFAD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COREGEDOC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